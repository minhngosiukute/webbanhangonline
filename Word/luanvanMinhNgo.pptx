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3" r:id="rId3"/>
  </p:sldMasterIdLst>
  <p:notesMasterIdLst>
    <p:notesMasterId r:id="rId35"/>
  </p:notesMasterIdLst>
  <p:sldIdLst>
    <p:sldId id="381" r:id="rId4"/>
    <p:sldId id="327" r:id="rId5"/>
    <p:sldId id="302" r:id="rId6"/>
    <p:sldId id="402" r:id="rId7"/>
    <p:sldId id="268" r:id="rId8"/>
    <p:sldId id="358" r:id="rId9"/>
    <p:sldId id="343" r:id="rId10"/>
    <p:sldId id="263" r:id="rId11"/>
    <p:sldId id="415" r:id="rId12"/>
    <p:sldId id="372" r:id="rId13"/>
    <p:sldId id="332" r:id="rId14"/>
    <p:sldId id="416" r:id="rId15"/>
    <p:sldId id="438" r:id="rId16"/>
    <p:sldId id="436" r:id="rId17"/>
    <p:sldId id="437" r:id="rId18"/>
    <p:sldId id="434" r:id="rId19"/>
    <p:sldId id="417" r:id="rId20"/>
    <p:sldId id="435" r:id="rId21"/>
    <p:sldId id="418" r:id="rId22"/>
    <p:sldId id="420" r:id="rId23"/>
    <p:sldId id="443" r:id="rId24"/>
    <p:sldId id="421" r:id="rId25"/>
    <p:sldId id="439" r:id="rId26"/>
    <p:sldId id="440" r:id="rId27"/>
    <p:sldId id="442" r:id="rId28"/>
    <p:sldId id="444" r:id="rId29"/>
    <p:sldId id="373" r:id="rId30"/>
    <p:sldId id="271" r:id="rId31"/>
    <p:sldId id="408" r:id="rId32"/>
    <p:sldId id="445" r:id="rId33"/>
    <p:sldId id="383" r:id="rId34"/>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86">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õ Hồ" initials="VH" lastIdx="1" clrIdx="0">
    <p:extLst>
      <p:ext uri="{19B8F6BF-5375-455C-9EA6-DF929625EA0E}">
        <p15:presenceInfo xmlns:p15="http://schemas.microsoft.com/office/powerpoint/2012/main" userId="50b3fa62a025a12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946" autoAdjust="0"/>
  </p:normalViewPr>
  <p:slideViewPr>
    <p:cSldViewPr snapToGrid="0" showGuides="1">
      <p:cViewPr varScale="1">
        <p:scale>
          <a:sx n="55" d="100"/>
          <a:sy n="55" d="100"/>
        </p:scale>
        <p:origin x="1096" y="48"/>
      </p:cViewPr>
      <p:guideLst>
        <p:guide orient="horz" pos="2286"/>
        <p:guide pos="384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gs" Target="tags/tag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DB7EE-8553-4306-9D5A-405415FEE7F5}" type="datetimeFigureOut">
              <a:rPr lang="zh-CN" altLang="en-US" smtClean="0"/>
              <a:t>2026/4/21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F273AF-5923-4D78-B493-1B018D52F0B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vi-VN" b="1" dirty="0"/>
              <a:t>Mở Đầu (</a:t>
            </a:r>
            <a:r>
              <a:rPr lang="vi-VN" b="1" dirty="0" err="1"/>
              <a:t>Slide</a:t>
            </a:r>
            <a:r>
              <a:rPr lang="vi-VN" b="1" dirty="0"/>
              <a:t> 1)</a:t>
            </a:r>
          </a:p>
          <a:p>
            <a:pPr>
              <a:buFont typeface="+mj-lt"/>
              <a:buAutoNum type="arabicPeriod"/>
            </a:pPr>
            <a:r>
              <a:rPr lang="vi-VN" b="1" dirty="0"/>
              <a:t>Lời chào và giới thiệu</a:t>
            </a:r>
            <a:r>
              <a:rPr lang="vi-VN" dirty="0"/>
              <a:t>:</a:t>
            </a:r>
          </a:p>
          <a:p>
            <a:pPr marL="742950" lvl="1" indent="-285750">
              <a:buFont typeface="+mj-lt"/>
              <a:buAutoNum type="arabicPeriod"/>
            </a:pPr>
            <a:r>
              <a:rPr lang="vi-VN" dirty="0"/>
              <a:t>"Kính thưa hội đồng, quý thầy cô và các bạn, em xin chào tất cả mọi người. Em là Huỳnh Minh Ngọ, sinh viên khóa 47 ngành Công nghệ Thông tin chuyên ngành THUD."</a:t>
            </a:r>
          </a:p>
          <a:p>
            <a:pPr marL="742950" lvl="1" indent="-285750">
              <a:buFont typeface="+mj-lt"/>
              <a:buAutoNum type="arabicPeriod"/>
            </a:pPr>
            <a:r>
              <a:rPr lang="vi-VN" dirty="0"/>
              <a:t>"Hôm nay, em xin trình bày luận văn tốt nghiệp với đề tài: </a:t>
            </a:r>
            <a:r>
              <a:rPr lang="vi-VN" i="1" dirty="0"/>
              <a:t>Xây dựng hệ thống quản lý cửa hàng nội thất tích hợp đa phương thức thanh toán trên ASP.NET MVC</a:t>
            </a:r>
            <a:r>
              <a:rPr lang="vi-VN" dirty="0"/>
              <a:t>."</a:t>
            </a:r>
          </a:p>
          <a:p>
            <a:pPr>
              <a:buFont typeface="+mj-lt"/>
              <a:buAutoNum type="arabicPeriod"/>
            </a:pPr>
            <a:r>
              <a:rPr lang="vi-VN" b="1" dirty="0"/>
              <a:t>Giới thiệu giáo viên hướng dẫn</a:t>
            </a:r>
            <a:r>
              <a:rPr lang="vi-VN" dirty="0"/>
              <a:t>:</a:t>
            </a:r>
          </a:p>
          <a:p>
            <a:pPr marL="742950" lvl="1" indent="-285750">
              <a:buFont typeface="+mj-lt"/>
              <a:buAutoNum type="arabicPeriod"/>
            </a:pPr>
            <a:r>
              <a:rPr lang="vi-VN" dirty="0"/>
              <a:t>"Đề tài này được thực hiện dưới sự hướng dẫn của Thạc sĩ Lê Minh Lý."</a:t>
            </a:r>
          </a:p>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mj-lt"/>
              <a:buAutoNum type="arabicPeriod"/>
            </a:pPr>
            <a:r>
              <a:rPr lang="vi-VN" b="1" dirty="0"/>
              <a:t>Mục tiêu buổi thuyết trình</a:t>
            </a:r>
            <a:r>
              <a:rPr lang="vi-VN" dirty="0"/>
              <a:t>:</a:t>
            </a:r>
          </a:p>
          <a:p>
            <a:pPr marL="742950" lvl="1" indent="-285750">
              <a:buFont typeface="+mj-lt"/>
              <a:buAutoNum type="arabicPeriod"/>
            </a:pPr>
            <a:r>
              <a:rPr lang="vi-VN" dirty="0"/>
              <a:t>"Nội dung thuyết trình gồm 4 phần chính: Giới thiệu, Phân tích và Thiết kế, Triển khai và Chức năng, Kết luận và Hướng phát triển."</a:t>
            </a:r>
          </a:p>
          <a:p>
            <a:pPr marL="0" marR="0" lvl="0" indent="0" algn="l" defTabSz="914400" rtl="0" eaLnBrk="1" fontAlgn="auto" latinLnBrk="0" hangingPunct="1">
              <a:lnSpc>
                <a:spcPct val="100000"/>
              </a:lnSpc>
              <a:spcBef>
                <a:spcPts val="0"/>
              </a:spcBef>
              <a:spcAft>
                <a:spcPts val="0"/>
              </a:spcAft>
              <a:buClrTx/>
              <a:buSzTx/>
              <a:buFontTx/>
              <a:buNone/>
              <a:tabLst/>
              <a:defRPr/>
            </a:pPr>
            <a:r>
              <a:rPr lang="vi-VN" i="1" dirty="0"/>
              <a:t>"Tiếp theo, em xin trình bày phần đầu tiên: Giới thiệu."</a:t>
            </a:r>
            <a:endParaRPr lang="vi-VN" dirty="0"/>
          </a:p>
          <a:p>
            <a:endParaRPr lang="zh-CN" altLang="en-US" dirty="0"/>
          </a:p>
        </p:txBody>
      </p:sp>
      <p:sp>
        <p:nvSpPr>
          <p:cNvPr id="4" name="灯片编号占位符 3"/>
          <p:cNvSpPr>
            <a:spLocks noGrp="1"/>
          </p:cNvSpPr>
          <p:nvPr>
            <p:ph type="sldNum" sz="quarter" idx="10"/>
          </p:nvPr>
        </p:nvSpPr>
        <p:spPr/>
        <p:txBody>
          <a:bodyPr/>
          <a:lstStyle/>
          <a:p>
            <a:fld id="{789EA7AF-3AEC-4994-8709-76DC0F6C8F6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DF273AF-5923-4D78-B493-1B018D52F0B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vi-VN" b="1" dirty="0"/>
              <a:t>Bối cảnh và lý do thực hiện</a:t>
            </a:r>
            <a:r>
              <a:rPr lang="vi-VN" dirty="0"/>
              <a:t>:</a:t>
            </a:r>
          </a:p>
          <a:p>
            <a:pPr>
              <a:buFont typeface="Arial" panose="020B0604020202020204" pitchFamily="34" charset="0"/>
              <a:buChar char="•"/>
            </a:pPr>
            <a:r>
              <a:rPr lang="vi-VN" dirty="0"/>
              <a:t>"Thực tế hiện nay, việc quản lý bán nội thất tại nhiều cửa hàng vẫn dựa trên phương pháp thủ công. Điều này dẫn đến mất nhiều thời gian, khó tối ưu và không đáp ứng tốt nhu cầu của người dùng."</a:t>
            </a:r>
          </a:p>
          <a:p>
            <a:pPr>
              <a:buFont typeface="Arial" panose="020B0604020202020204" pitchFamily="34" charset="0"/>
              <a:buChar char="•"/>
            </a:pPr>
            <a:r>
              <a:rPr lang="vi-VN" dirty="0"/>
              <a:t>"Việc phát triển một ứng dụng quản lý </a:t>
            </a:r>
            <a:r>
              <a:rPr lang="vi-VN"/>
              <a:t>bán nội thất </a:t>
            </a:r>
            <a:r>
              <a:rPr lang="vi-VN" dirty="0"/>
              <a:t>hiện đại là cần thiết để tối ưu hóa hệ thống, phù hợp với xu hướng chuyển đổi số và cải thiện trải nghiệm khách hàng."</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B49EC556-0E4F-4361-96C2-0C2CAFEAB7B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vi-VN" dirty="0"/>
              <a:t>“Ở slide này, em trình bày mục tiêu nghiên cứu của đề tài.</a:t>
            </a:r>
            <a:br>
              <a:rPr lang="vi-VN" dirty="0"/>
            </a:br>
            <a:r>
              <a:rPr lang="vi-VN" dirty="0"/>
              <a:t>Mục tiêu tổng quát là xây dựng một hệ thống quản lý cửa hàng nội thất hiện đại, ổn định, dễ sử dụng và hỗ trợ tốt cho hoạt động kinh doanh.</a:t>
            </a:r>
          </a:p>
          <a:p>
            <a:r>
              <a:rPr lang="vi-VN" b="1" dirty="0"/>
              <a:t>Với quản trị viên</a:t>
            </a:r>
            <a:r>
              <a:rPr lang="vi-VN" dirty="0"/>
              <a:t>, hệ thống hỗ trợ quản lý danh mục, sản phẩm, đơn hàng, theo dõi doanh thu và quản lý tài khoản nhân viên.</a:t>
            </a:r>
            <a:br>
              <a:rPr lang="vi-VN" dirty="0"/>
            </a:br>
            <a:r>
              <a:rPr lang="vi-VN" b="1" dirty="0"/>
              <a:t>Với khách hàng,</a:t>
            </a:r>
            <a:r>
              <a:rPr lang="vi-VN" dirty="0"/>
              <a:t> hệ thống cho phép tìm kiếm sản phẩm, thêm vào giỏ hàng, đặt hàng và theo dõi đơn hàng.</a:t>
            </a:r>
          </a:p>
          <a:p>
            <a:r>
              <a:rPr lang="vi-VN" dirty="0"/>
              <a:t>Bên cạnh đó, đề tài cũng hướng đến tối ưu hiệu năng hệ thống thông qua SQL Server và tích hợp công cụ quản lý hình ảnh.</a:t>
            </a:r>
            <a:br>
              <a:rPr lang="vi-VN" dirty="0"/>
            </a:br>
            <a:r>
              <a:rPr lang="vi-VN" dirty="0"/>
              <a:t>Ngoài ra, hệ thống có khả năng mở rộng trong tương lai như hỗ trợ AI gợi ý sản phẩm, đa nền tảng và quản lý nhiều chi nhánh.”</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B49EC556-0E4F-4361-96C2-0C2CAFEAB7B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DF273AF-5923-4D78-B493-1B018D52F0B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vi-VN" dirty="0"/>
              <a:t>Trong slide này, em sẽ trình bày về phân tích yêu cầu hệ thống. </a:t>
            </a:r>
          </a:p>
          <a:p>
            <a:r>
              <a:rPr lang="vi-VN" dirty="0"/>
              <a:t>Có ba vai trò chính: </a:t>
            </a:r>
          </a:p>
          <a:p>
            <a:r>
              <a:rPr lang="vi-VN" b="1" dirty="0"/>
              <a:t>Quản trị viên</a:t>
            </a:r>
            <a:r>
              <a:rPr lang="vi-VN" dirty="0"/>
              <a:t> quản lý danh mục, sản phẩm, đơn hàng, bài viết, quảng cáo và hỗ trợ khách hàng;</a:t>
            </a:r>
          </a:p>
          <a:p>
            <a:r>
              <a:rPr lang="vi-VN" b="1" dirty="0"/>
              <a:t>Khách hàng đã đăng ký</a:t>
            </a:r>
            <a:r>
              <a:rPr lang="vi-VN" dirty="0"/>
              <a:t> có thể tìm kiếm, thêm sản phẩm vào giỏ hàng, đặt hàng và gửi yêu cầu hỗ trợ; </a:t>
            </a:r>
          </a:p>
          <a:p>
            <a:r>
              <a:rPr lang="vi-VN" b="1" dirty="0"/>
              <a:t>Khách hàng chưa đăng ký </a:t>
            </a:r>
            <a:r>
              <a:rPr lang="vi-VN" dirty="0"/>
              <a:t>chỉ có thể tìm kiếm và xem thông tin sản phẩm.</a:t>
            </a:r>
          </a:p>
          <a:p>
            <a:r>
              <a:rPr lang="vi-VN" dirty="0"/>
              <a:t>Về chức năng chính, hệ thống hỗ trợ quản lý sản phẩm và đơn hàng, đồng thời tích hợp thanh toán và chatbot trả lời tự động. </a:t>
            </a:r>
          </a:p>
          <a:p>
            <a:r>
              <a:rPr lang="vi-VN" b="1" dirty="0"/>
              <a:t>Công nghệ sử</a:t>
            </a:r>
            <a:r>
              <a:rPr lang="vi-VN" dirty="0"/>
              <a:t> dụng gồm SQL Server cho cơ sở dữ liệu, Microsoft Visual Studio và Visual Studio Code cho môi trường phát triển, và Asp.net MVC kết hợp Asp.net Identity để phát triển hệ thống quản lý."</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B49EC556-0E4F-4361-96C2-0C2CAFEAB7B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vi-VN" dirty="0"/>
              <a:t>“Trong slide này, em trình bày về thiết kế hệ thống với các </a:t>
            </a:r>
            <a:r>
              <a:rPr lang="vi-VN" b="1" dirty="0"/>
              <a:t>actor chính</a:t>
            </a:r>
            <a:r>
              <a:rPr lang="vi-VN" dirty="0"/>
              <a:t>:</a:t>
            </a:r>
          </a:p>
          <a:p>
            <a:r>
              <a:rPr lang="vi-VN" b="1" dirty="0"/>
              <a:t>Quản trị viên</a:t>
            </a:r>
            <a:r>
              <a:rPr lang="vi-VN" dirty="0"/>
              <a:t>: Quản lý thông tin khách hàng, danh mục sản phẩm, đơn hàng, sản phẩm, và quảng cáo. </a:t>
            </a:r>
          </a:p>
          <a:p>
            <a:r>
              <a:rPr lang="vi-VN" b="1" dirty="0"/>
              <a:t>Khách hàng</a:t>
            </a:r>
            <a:r>
              <a:rPr lang="vi-VN" dirty="0"/>
              <a:t>: Cập nhật thông tin khách hàng, lưu sản phẩm yêu thích, đặt hàng, đánh giá sản phẩm và gửi yêu cầu hỗ trợ. </a:t>
            </a:r>
          </a:p>
          <a:p>
            <a:r>
              <a:rPr lang="vi-VN" dirty="0"/>
              <a:t>Với phần này, em đã xây dựng sơ đồ </a:t>
            </a:r>
            <a:r>
              <a:rPr lang="vi-VN" b="1" dirty="0"/>
              <a:t>Use Case</a:t>
            </a:r>
            <a:r>
              <a:rPr lang="vi-VN" dirty="0"/>
              <a:t> để xác định chức năng của từng vai trò và các hoạt động liên quan, từ đó mô tả rõ các tác vụ cần thiết của hệ thống.”</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B49EC556-0E4F-4361-96C2-0C2CAFEAB7B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07795-CEAC-710B-CDFB-7F651875FB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F99AEB-E0B6-CC13-EDD9-E2A548B2DC1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259A16-238F-9534-5B19-2C95DC8A6A5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F5F1E3B-A154-D031-C763-4F87155E004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B49EC556-0E4F-4361-96C2-0C2CAFEAB7B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843018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DF273AF-5923-4D78-B493-1B018D52F0B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vi-VN" dirty="0"/>
              <a:t>“Để xây dựng và phát triển hệ thống quản nội thất, em đã sử dụng một số công cụ và công nghệ chủ chốt, đảm bảo hiệu quả trong quá trình phát triển và triển khai ứng dụng</a:t>
            </a:r>
            <a:r>
              <a:rPr lang="vi-VN"/>
              <a:t>. </a:t>
            </a:r>
            <a:endParaRPr lang="en-US"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B49EC556-0E4F-4361-96C2-0C2CAFEAB7B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61729-9FA4-D1C2-D06E-ECFD65BDBE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006213-C26B-F054-3682-9B06E62A1E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9F3AC1-55AC-1CC0-95E8-E42351BDA38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D131177-F15D-7B6D-26FD-01FAE3B2E246}"/>
              </a:ext>
            </a:extLst>
          </p:cNvPr>
          <p:cNvSpPr>
            <a:spLocks noGrp="1"/>
          </p:cNvSpPr>
          <p:nvPr>
            <p:ph type="sldNum" sz="quarter" idx="5"/>
          </p:nvPr>
        </p:nvSpPr>
        <p:spPr/>
        <p:txBody>
          <a:bodyPr/>
          <a:lstStyle/>
          <a:p>
            <a:fld id="{5DF273AF-5923-4D78-B493-1B018D52F0B3}" type="slidenum">
              <a:rPr lang="zh-CN" altLang="en-US" smtClean="0"/>
              <a:t>12</a:t>
            </a:fld>
            <a:endParaRPr lang="zh-CN" altLang="en-US"/>
          </a:p>
        </p:txBody>
      </p:sp>
    </p:spTree>
    <p:extLst>
      <p:ext uri="{BB962C8B-B14F-4D97-AF65-F5344CB8AC3E}">
        <p14:creationId xmlns:p14="http://schemas.microsoft.com/office/powerpoint/2010/main" val="1732481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CB3D3-9208-61E3-3ED0-EA0B4E92A8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BA7A8A-2E34-396B-4038-66C62EE331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4451B7-5661-354B-A1DB-715FD20D86E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2CDA931-AD47-AA5D-3B8E-072F2E1AE130}"/>
              </a:ext>
            </a:extLst>
          </p:cNvPr>
          <p:cNvSpPr>
            <a:spLocks noGrp="1"/>
          </p:cNvSpPr>
          <p:nvPr>
            <p:ph type="sldNum" sz="quarter" idx="5"/>
          </p:nvPr>
        </p:nvSpPr>
        <p:spPr/>
        <p:txBody>
          <a:bodyPr/>
          <a:lstStyle/>
          <a:p>
            <a:fld id="{5DF273AF-5923-4D78-B493-1B018D52F0B3}" type="slidenum">
              <a:rPr lang="zh-CN" altLang="en-US" smtClean="0"/>
              <a:t>13</a:t>
            </a:fld>
            <a:endParaRPr lang="zh-CN" altLang="en-US"/>
          </a:p>
        </p:txBody>
      </p:sp>
    </p:spTree>
    <p:extLst>
      <p:ext uri="{BB962C8B-B14F-4D97-AF65-F5344CB8AC3E}">
        <p14:creationId xmlns:p14="http://schemas.microsoft.com/office/powerpoint/2010/main" val="398276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CB3D3-9208-61E3-3ED0-EA0B4E92A8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BA7A8A-2E34-396B-4038-66C62EE331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4451B7-5661-354B-A1DB-715FD20D86E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2CDA931-AD47-AA5D-3B8E-072F2E1AE130}"/>
              </a:ext>
            </a:extLst>
          </p:cNvPr>
          <p:cNvSpPr>
            <a:spLocks noGrp="1"/>
          </p:cNvSpPr>
          <p:nvPr>
            <p:ph type="sldNum" sz="quarter" idx="5"/>
          </p:nvPr>
        </p:nvSpPr>
        <p:spPr/>
        <p:txBody>
          <a:bodyPr/>
          <a:lstStyle/>
          <a:p>
            <a:fld id="{5DF273AF-5923-4D78-B493-1B018D52F0B3}" type="slidenum">
              <a:rPr lang="zh-CN" altLang="en-US" smtClean="0"/>
              <a:t>14</a:t>
            </a:fld>
            <a:endParaRPr lang="zh-CN" altLang="en-US"/>
          </a:p>
        </p:txBody>
      </p:sp>
    </p:spTree>
    <p:extLst>
      <p:ext uri="{BB962C8B-B14F-4D97-AF65-F5344CB8AC3E}">
        <p14:creationId xmlns:p14="http://schemas.microsoft.com/office/powerpoint/2010/main" val="2804729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CB3D3-9208-61E3-3ED0-EA0B4E92A8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BA7A8A-2E34-396B-4038-66C62EE331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4451B7-5661-354B-A1DB-715FD20D86E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2CDA931-AD47-AA5D-3B8E-072F2E1AE130}"/>
              </a:ext>
            </a:extLst>
          </p:cNvPr>
          <p:cNvSpPr>
            <a:spLocks noGrp="1"/>
          </p:cNvSpPr>
          <p:nvPr>
            <p:ph type="sldNum" sz="quarter" idx="5"/>
          </p:nvPr>
        </p:nvSpPr>
        <p:spPr/>
        <p:txBody>
          <a:bodyPr/>
          <a:lstStyle/>
          <a:p>
            <a:fld id="{5DF273AF-5923-4D78-B493-1B018D52F0B3}" type="slidenum">
              <a:rPr lang="zh-CN" altLang="en-US" smtClean="0"/>
              <a:t>15</a:t>
            </a:fld>
            <a:endParaRPr lang="zh-CN" altLang="en-US"/>
          </a:p>
        </p:txBody>
      </p:sp>
    </p:spTree>
    <p:extLst>
      <p:ext uri="{BB962C8B-B14F-4D97-AF65-F5344CB8AC3E}">
        <p14:creationId xmlns:p14="http://schemas.microsoft.com/office/powerpoint/2010/main" val="3935702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CB3D3-9208-61E3-3ED0-EA0B4E92A8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BA7A8A-2E34-396B-4038-66C62EE331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4451B7-5661-354B-A1DB-715FD20D86E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2CDA931-AD47-AA5D-3B8E-072F2E1AE130}"/>
              </a:ext>
            </a:extLst>
          </p:cNvPr>
          <p:cNvSpPr>
            <a:spLocks noGrp="1"/>
          </p:cNvSpPr>
          <p:nvPr>
            <p:ph type="sldNum" sz="quarter" idx="5"/>
          </p:nvPr>
        </p:nvSpPr>
        <p:spPr/>
        <p:txBody>
          <a:bodyPr/>
          <a:lstStyle/>
          <a:p>
            <a:fld id="{5DF273AF-5923-4D78-B493-1B018D52F0B3}" type="slidenum">
              <a:rPr lang="zh-CN" altLang="en-US" smtClean="0"/>
              <a:t>16</a:t>
            </a:fld>
            <a:endParaRPr lang="zh-CN" altLang="en-US"/>
          </a:p>
        </p:txBody>
      </p:sp>
    </p:spTree>
    <p:extLst>
      <p:ext uri="{BB962C8B-B14F-4D97-AF65-F5344CB8AC3E}">
        <p14:creationId xmlns:p14="http://schemas.microsoft.com/office/powerpoint/2010/main" val="641311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492DD-68FB-CFE9-FAA8-A20409682D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4B0426-1D8C-0D4A-59DB-39A9D84616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679FAF-4659-B4DF-19DC-E727235F323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F1EB815-5610-2D98-E021-80E7399D851F}"/>
              </a:ext>
            </a:extLst>
          </p:cNvPr>
          <p:cNvSpPr>
            <a:spLocks noGrp="1"/>
          </p:cNvSpPr>
          <p:nvPr>
            <p:ph type="sldNum" sz="quarter" idx="5"/>
          </p:nvPr>
        </p:nvSpPr>
        <p:spPr/>
        <p:txBody>
          <a:bodyPr/>
          <a:lstStyle/>
          <a:p>
            <a:fld id="{5DF273AF-5923-4D78-B493-1B018D52F0B3}" type="slidenum">
              <a:rPr lang="zh-CN" altLang="en-US" smtClean="0"/>
              <a:t>17</a:t>
            </a:fld>
            <a:endParaRPr lang="zh-CN" altLang="en-US"/>
          </a:p>
        </p:txBody>
      </p:sp>
    </p:spTree>
    <p:extLst>
      <p:ext uri="{BB962C8B-B14F-4D97-AF65-F5344CB8AC3E}">
        <p14:creationId xmlns:p14="http://schemas.microsoft.com/office/powerpoint/2010/main" val="2066368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492DD-68FB-CFE9-FAA8-A20409682D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4B0426-1D8C-0D4A-59DB-39A9D84616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679FAF-4659-B4DF-19DC-E727235F323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F1EB815-5610-2D98-E021-80E7399D851F}"/>
              </a:ext>
            </a:extLst>
          </p:cNvPr>
          <p:cNvSpPr>
            <a:spLocks noGrp="1"/>
          </p:cNvSpPr>
          <p:nvPr>
            <p:ph type="sldNum" sz="quarter" idx="5"/>
          </p:nvPr>
        </p:nvSpPr>
        <p:spPr/>
        <p:txBody>
          <a:bodyPr/>
          <a:lstStyle/>
          <a:p>
            <a:fld id="{5DF273AF-5923-4D78-B493-1B018D52F0B3}" type="slidenum">
              <a:rPr lang="zh-CN" altLang="en-US" smtClean="0"/>
              <a:t>18</a:t>
            </a:fld>
            <a:endParaRPr lang="zh-CN" altLang="en-US"/>
          </a:p>
        </p:txBody>
      </p:sp>
    </p:spTree>
    <p:extLst>
      <p:ext uri="{BB962C8B-B14F-4D97-AF65-F5344CB8AC3E}">
        <p14:creationId xmlns:p14="http://schemas.microsoft.com/office/powerpoint/2010/main" val="42269001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CBCE1-C2A1-33AA-8C6A-B70906B290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1EB040-7865-BA06-5628-69BD450DC8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E0377D-9B18-6A3D-18A4-F4921DE08B7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4132AAA-8EDA-58FB-8B82-47A0037FA94A}"/>
              </a:ext>
            </a:extLst>
          </p:cNvPr>
          <p:cNvSpPr>
            <a:spLocks noGrp="1"/>
          </p:cNvSpPr>
          <p:nvPr>
            <p:ph type="sldNum" sz="quarter" idx="5"/>
          </p:nvPr>
        </p:nvSpPr>
        <p:spPr/>
        <p:txBody>
          <a:bodyPr/>
          <a:lstStyle/>
          <a:p>
            <a:fld id="{5DF273AF-5923-4D78-B493-1B018D52F0B3}" type="slidenum">
              <a:rPr lang="zh-CN" altLang="en-US" smtClean="0"/>
              <a:t>19</a:t>
            </a:fld>
            <a:endParaRPr lang="zh-CN" altLang="en-US"/>
          </a:p>
        </p:txBody>
      </p:sp>
    </p:spTree>
    <p:extLst>
      <p:ext uri="{BB962C8B-B14F-4D97-AF65-F5344CB8AC3E}">
        <p14:creationId xmlns:p14="http://schemas.microsoft.com/office/powerpoint/2010/main" val="5001623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BC9BA-EAE3-8773-C78B-AD2EDB2669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4F7F30-873B-5D96-25AB-E721DD9AC5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25620D-2243-0102-E14B-B825EB3F810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A328282-DD00-98AE-AF92-7704FFEADBAE}"/>
              </a:ext>
            </a:extLst>
          </p:cNvPr>
          <p:cNvSpPr>
            <a:spLocks noGrp="1"/>
          </p:cNvSpPr>
          <p:nvPr>
            <p:ph type="sldNum" sz="quarter" idx="5"/>
          </p:nvPr>
        </p:nvSpPr>
        <p:spPr/>
        <p:txBody>
          <a:bodyPr/>
          <a:lstStyle/>
          <a:p>
            <a:fld id="{5DF273AF-5923-4D78-B493-1B018D52F0B3}" type="slidenum">
              <a:rPr lang="zh-CN" altLang="en-US" smtClean="0"/>
              <a:t>20</a:t>
            </a:fld>
            <a:endParaRPr lang="zh-CN" altLang="en-US"/>
          </a:p>
        </p:txBody>
      </p:sp>
    </p:spTree>
    <p:extLst>
      <p:ext uri="{BB962C8B-B14F-4D97-AF65-F5344CB8AC3E}">
        <p14:creationId xmlns:p14="http://schemas.microsoft.com/office/powerpoint/2010/main" val="24349051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CB3D3-9208-61E3-3ED0-EA0B4E92A8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BA7A8A-2E34-396B-4038-66C62EE331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4451B7-5661-354B-A1DB-715FD20D86E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2CDA931-AD47-AA5D-3B8E-072F2E1AE130}"/>
              </a:ext>
            </a:extLst>
          </p:cNvPr>
          <p:cNvSpPr>
            <a:spLocks noGrp="1"/>
          </p:cNvSpPr>
          <p:nvPr>
            <p:ph type="sldNum" sz="quarter" idx="5"/>
          </p:nvPr>
        </p:nvSpPr>
        <p:spPr/>
        <p:txBody>
          <a:bodyPr/>
          <a:lstStyle/>
          <a:p>
            <a:fld id="{5DF273AF-5923-4D78-B493-1B018D52F0B3}" type="slidenum">
              <a:rPr lang="zh-CN" altLang="en-US" smtClean="0"/>
              <a:t>21</a:t>
            </a:fld>
            <a:endParaRPr lang="zh-CN" altLang="en-US"/>
          </a:p>
        </p:txBody>
      </p:sp>
    </p:spTree>
    <p:extLst>
      <p:ext uri="{BB962C8B-B14F-4D97-AF65-F5344CB8AC3E}">
        <p14:creationId xmlns:p14="http://schemas.microsoft.com/office/powerpoint/2010/main" val="6930095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955C4-F8E9-D080-6AAC-BEC104E6D1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EC6760-D48C-DC01-FA58-644A852AF5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E1A6BA-8BD3-5BF2-D375-13382E125F9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A95DCA1-FACE-1498-FD7E-9D3B272391EB}"/>
              </a:ext>
            </a:extLst>
          </p:cNvPr>
          <p:cNvSpPr>
            <a:spLocks noGrp="1"/>
          </p:cNvSpPr>
          <p:nvPr>
            <p:ph type="sldNum" sz="quarter" idx="5"/>
          </p:nvPr>
        </p:nvSpPr>
        <p:spPr/>
        <p:txBody>
          <a:bodyPr/>
          <a:lstStyle/>
          <a:p>
            <a:fld id="{5DF273AF-5923-4D78-B493-1B018D52F0B3}" type="slidenum">
              <a:rPr lang="zh-CN" altLang="en-US" smtClean="0"/>
              <a:t>22</a:t>
            </a:fld>
            <a:endParaRPr lang="zh-CN" altLang="en-US"/>
          </a:p>
        </p:txBody>
      </p:sp>
    </p:spTree>
    <p:extLst>
      <p:ext uri="{BB962C8B-B14F-4D97-AF65-F5344CB8AC3E}">
        <p14:creationId xmlns:p14="http://schemas.microsoft.com/office/powerpoint/2010/main" val="40030885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955C4-F8E9-D080-6AAC-BEC104E6D1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EC6760-D48C-DC01-FA58-644A852AF5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E1A6BA-8BD3-5BF2-D375-13382E125F9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A95DCA1-FACE-1498-FD7E-9D3B272391EB}"/>
              </a:ext>
            </a:extLst>
          </p:cNvPr>
          <p:cNvSpPr>
            <a:spLocks noGrp="1"/>
          </p:cNvSpPr>
          <p:nvPr>
            <p:ph type="sldNum" sz="quarter" idx="5"/>
          </p:nvPr>
        </p:nvSpPr>
        <p:spPr/>
        <p:txBody>
          <a:bodyPr/>
          <a:lstStyle/>
          <a:p>
            <a:fld id="{5DF273AF-5923-4D78-B493-1B018D52F0B3}" type="slidenum">
              <a:rPr lang="zh-CN" altLang="en-US" smtClean="0"/>
              <a:t>23</a:t>
            </a:fld>
            <a:endParaRPr lang="zh-CN" altLang="en-US"/>
          </a:p>
        </p:txBody>
      </p:sp>
    </p:spTree>
    <p:extLst>
      <p:ext uri="{BB962C8B-B14F-4D97-AF65-F5344CB8AC3E}">
        <p14:creationId xmlns:p14="http://schemas.microsoft.com/office/powerpoint/2010/main" val="4269805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955C4-F8E9-D080-6AAC-BEC104E6D1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EC6760-D48C-DC01-FA58-644A852AF5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E1A6BA-8BD3-5BF2-D375-13382E125F9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A95DCA1-FACE-1498-FD7E-9D3B272391EB}"/>
              </a:ext>
            </a:extLst>
          </p:cNvPr>
          <p:cNvSpPr>
            <a:spLocks noGrp="1"/>
          </p:cNvSpPr>
          <p:nvPr>
            <p:ph type="sldNum" sz="quarter" idx="5"/>
          </p:nvPr>
        </p:nvSpPr>
        <p:spPr/>
        <p:txBody>
          <a:bodyPr/>
          <a:lstStyle/>
          <a:p>
            <a:fld id="{5DF273AF-5923-4D78-B493-1B018D52F0B3}" type="slidenum">
              <a:rPr lang="zh-CN" altLang="en-US" smtClean="0"/>
              <a:t>24</a:t>
            </a:fld>
            <a:endParaRPr lang="zh-CN" altLang="en-US"/>
          </a:p>
        </p:txBody>
      </p:sp>
    </p:spTree>
    <p:extLst>
      <p:ext uri="{BB962C8B-B14F-4D97-AF65-F5344CB8AC3E}">
        <p14:creationId xmlns:p14="http://schemas.microsoft.com/office/powerpoint/2010/main" val="2370866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955C4-F8E9-D080-6AAC-BEC104E6D1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EC6760-D48C-DC01-FA58-644A852AF5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E1A6BA-8BD3-5BF2-D375-13382E125F9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A95DCA1-FACE-1498-FD7E-9D3B272391EB}"/>
              </a:ext>
            </a:extLst>
          </p:cNvPr>
          <p:cNvSpPr>
            <a:spLocks noGrp="1"/>
          </p:cNvSpPr>
          <p:nvPr>
            <p:ph type="sldNum" sz="quarter" idx="5"/>
          </p:nvPr>
        </p:nvSpPr>
        <p:spPr/>
        <p:txBody>
          <a:bodyPr/>
          <a:lstStyle/>
          <a:p>
            <a:fld id="{5DF273AF-5923-4D78-B493-1B018D52F0B3}" type="slidenum">
              <a:rPr lang="zh-CN" altLang="en-US" smtClean="0"/>
              <a:t>25</a:t>
            </a:fld>
            <a:endParaRPr lang="zh-CN" altLang="en-US"/>
          </a:p>
        </p:txBody>
      </p:sp>
    </p:spTree>
    <p:extLst>
      <p:ext uri="{BB962C8B-B14F-4D97-AF65-F5344CB8AC3E}">
        <p14:creationId xmlns:p14="http://schemas.microsoft.com/office/powerpoint/2010/main" val="17856512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955C4-F8E9-D080-6AAC-BEC104E6D1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EC6760-D48C-DC01-FA58-644A852AF5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E1A6BA-8BD3-5BF2-D375-13382E125F9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A95DCA1-FACE-1498-FD7E-9D3B272391EB}"/>
              </a:ext>
            </a:extLst>
          </p:cNvPr>
          <p:cNvSpPr>
            <a:spLocks noGrp="1"/>
          </p:cNvSpPr>
          <p:nvPr>
            <p:ph type="sldNum" sz="quarter" idx="5"/>
          </p:nvPr>
        </p:nvSpPr>
        <p:spPr/>
        <p:txBody>
          <a:bodyPr/>
          <a:lstStyle/>
          <a:p>
            <a:fld id="{5DF273AF-5923-4D78-B493-1B018D52F0B3}" type="slidenum">
              <a:rPr lang="zh-CN" altLang="en-US" smtClean="0"/>
              <a:t>26</a:t>
            </a:fld>
            <a:endParaRPr lang="zh-CN" altLang="en-US"/>
          </a:p>
        </p:txBody>
      </p:sp>
    </p:spTree>
    <p:extLst>
      <p:ext uri="{BB962C8B-B14F-4D97-AF65-F5344CB8AC3E}">
        <p14:creationId xmlns:p14="http://schemas.microsoft.com/office/powerpoint/2010/main" val="3633505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DF273AF-5923-4D78-B493-1B018D52F0B3}"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Arial" panose="020B0604020202020204" pitchFamily="34" charset="0"/>
              <a:buChar char="•"/>
            </a:pPr>
            <a:r>
              <a:rPr lang="vi-VN" dirty="0"/>
              <a:t>"Ứng dụng đã đáp ứng các mục tiêu đề ra, giúp tối ưu hóa quy trình quản lý nội thất và cải thiện trải nghiệm người dùng."</a:t>
            </a:r>
          </a:p>
          <a:p>
            <a:pPr>
              <a:buFont typeface="Arial" panose="020B0604020202020204" pitchFamily="34" charset="0"/>
              <a:buChar char="•"/>
            </a:pPr>
            <a:r>
              <a:rPr lang="vi-VN" dirty="0"/>
              <a:t>"Hệ thống hoạt động ổn định, sử dụng Sql server để đồng bộ dữ liệu, hỗ trợ đầy đủ các chức năng quản lý và mua sắm."</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B49EC556-0E4F-4361-96C2-0C2CAFEAB7B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"Trong tương lai, ứng dụng có thể được mở rộng thêm các tính năng như: tích hợp AI để gợi ý sản phẩm dựa trên sở thích, hệ thống đề xuẩt chiến lượt kinh doanh, thêm bộ lọc tìm kiếm nâng cao theo màu sắc , chất liệu, phát triển thêm ứng dụng cho khách hàng và chủ cửa hàng. Đồng thời nâng cao tốc độ xử lý truy vấn quá sql, tăng cường bảo mật tối ưu dữ liệu người dùng.</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B49EC556-0E4F-4361-96C2-0C2CAFEAB7B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DF273AF-5923-4D78-B493-1B018D52F0B3}" type="slidenum">
              <a:rPr lang="zh-CN" altLang="en-US" smtClean="0"/>
              <a:t>30</a:t>
            </a:fld>
            <a:endParaRPr lang="zh-CN" altLang="en-US"/>
          </a:p>
        </p:txBody>
      </p:sp>
    </p:spTree>
    <p:extLst>
      <p:ext uri="{BB962C8B-B14F-4D97-AF65-F5344CB8AC3E}">
        <p14:creationId xmlns:p14="http://schemas.microsoft.com/office/powerpoint/2010/main" val="27384083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5"/>
            <a:ext cx="10363200" cy="1470026"/>
          </a:xfrm>
        </p:spPr>
        <p:txBody>
          <a:bodyPr>
            <a:normAutofit/>
          </a:bodyPr>
          <a:lstStyle/>
          <a:p>
            <a:r>
              <a:rPr lang="vi-VN" altLang="vi-VN">
                <a:latin typeface="Noto Sans"/>
                <a:ea typeface="Noto Sans"/>
              </a:rPr>
              <a:t>Bấm vào đây để chỉnh sửa kiểu tiêu</a:t>
            </a:r>
          </a:p>
        </p:txBody>
      </p:sp>
      <p:sp>
        <p:nvSpPr>
          <p:cNvPr id="3" name="副标题 2"/>
          <p:cNvSpPr>
            <a:spLocks noGrp="1"/>
          </p:cNvSpPr>
          <p:nvPr>
            <p:ph type="subTitle" idx="1"/>
          </p:nvPr>
        </p:nvSpPr>
        <p:spPr>
          <a:xfrm>
            <a:off x="1828800" y="3886200"/>
            <a:ext cx="8534401" cy="1752600"/>
          </a:xfrm>
        </p:spPr>
        <p:txBody>
          <a:bodyPr>
            <a:normAutofit/>
          </a:bodyPr>
          <a:lstStyle>
            <a:lvl1pPr marL="0" indent="0" algn="ctr">
              <a:buNone/>
              <a:defRPr>
                <a:solidFill>
                  <a:schemeClr val="tx1">
                    <a:tint val="75000"/>
                  </a:schemeClr>
                </a:solidFill>
              </a:defRPr>
            </a:lvl1pPr>
            <a:lvl2pPr marL="483870" indent="0" algn="ctr">
              <a:buNone/>
              <a:defRPr>
                <a:solidFill>
                  <a:schemeClr val="tx1">
                    <a:tint val="75000"/>
                  </a:schemeClr>
                </a:solidFill>
              </a:defRPr>
            </a:lvl2pPr>
            <a:lvl3pPr marL="967740" indent="0" algn="ctr">
              <a:buNone/>
              <a:defRPr>
                <a:solidFill>
                  <a:schemeClr val="tx1">
                    <a:tint val="75000"/>
                  </a:schemeClr>
                </a:solidFill>
              </a:defRPr>
            </a:lvl3pPr>
            <a:lvl4pPr marL="1450975" indent="0" algn="ctr">
              <a:buNone/>
              <a:defRPr>
                <a:solidFill>
                  <a:schemeClr val="tx1">
                    <a:tint val="75000"/>
                  </a:schemeClr>
                </a:solidFill>
              </a:defRPr>
            </a:lvl4pPr>
            <a:lvl5pPr marL="1934845" indent="0" algn="ctr">
              <a:buNone/>
              <a:defRPr>
                <a:solidFill>
                  <a:schemeClr val="tx1">
                    <a:tint val="75000"/>
                  </a:schemeClr>
                </a:solidFill>
              </a:defRPr>
            </a:lvl5pPr>
            <a:lvl6pPr marL="2418715" indent="0" algn="ctr">
              <a:buNone/>
              <a:defRPr>
                <a:solidFill>
                  <a:schemeClr val="tx1">
                    <a:tint val="75000"/>
                  </a:schemeClr>
                </a:solidFill>
              </a:defRPr>
            </a:lvl6pPr>
            <a:lvl7pPr marL="2902585" indent="0" algn="ctr">
              <a:buNone/>
              <a:defRPr>
                <a:solidFill>
                  <a:schemeClr val="tx1">
                    <a:tint val="75000"/>
                  </a:schemeClr>
                </a:solidFill>
              </a:defRPr>
            </a:lvl7pPr>
            <a:lvl8pPr marL="3386455" indent="0" algn="ctr">
              <a:buNone/>
              <a:defRPr>
                <a:solidFill>
                  <a:schemeClr val="tx1">
                    <a:tint val="75000"/>
                  </a:schemeClr>
                </a:solidFill>
              </a:defRPr>
            </a:lvl8pPr>
            <a:lvl9pPr marL="3870325" indent="0" algn="ctr">
              <a:buNone/>
              <a:defRPr>
                <a:solidFill>
                  <a:schemeClr val="tx1">
                    <a:tint val="75000"/>
                  </a:schemeClr>
                </a:solidFill>
              </a:defRPr>
            </a:lvl9pPr>
          </a:lstStyle>
          <a:p>
            <a:r>
              <a:rPr lang="vi-VN" altLang="vi-VN">
                <a:latin typeface="Noto Sans"/>
                <a:ea typeface="Noto Sans"/>
              </a:rPr>
              <a:t>Bấm vào đây để chỉnh sửa kiểu phụ đề</a:t>
            </a:r>
          </a:p>
        </p:txBody>
      </p:sp>
      <p:sp>
        <p:nvSpPr>
          <p:cNvPr id="4" name="日期占位符 3"/>
          <p:cNvSpPr>
            <a:spLocks noGrp="1"/>
          </p:cNvSpPr>
          <p:nvPr>
            <p:ph type="dt" sz="half" idx="10"/>
          </p:nvPr>
        </p:nvSpPr>
        <p:spPr/>
        <p:txBody>
          <a:bodyPr>
            <a:normAutofit/>
          </a:bodyPr>
          <a:lstStyle/>
          <a:p>
            <a:fld id="{7EA34EBD-8ADB-4834-9675-68C2B089E4D3}" type="datetime1">
              <a:rPr lang="vi-VN" altLang="vi-VN" sz="1200" smtClean="0">
                <a:latin typeface="Noto Sans"/>
                <a:ea typeface="Noto Sans"/>
              </a:rPr>
              <a:t>21/04/2026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normAutofit/>
          </a:bodyPr>
          <a:lstStyle/>
          <a:p>
            <a:fld id="{F109C2AD-CA39-43E2-BBEF-768E308D7275}" type="slidenum">
              <a:rPr lang="vi-VN" altLang="vi-VN" smtClean="0">
                <a:latin typeface="Noto Sans"/>
                <a:ea typeface="Noto Sans"/>
              </a:r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vi-VN" altLang="vi-VN">
                <a:latin typeface="Noto Sans"/>
                <a:ea typeface="Noto Sans"/>
              </a:rPr>
              <a:t>Bấm vào đây để chỉnh sửa kiểu tiêu đề</a:t>
            </a:r>
          </a:p>
        </p:txBody>
      </p:sp>
      <p:sp>
        <p:nvSpPr>
          <p:cNvPr id="3" name="内容占位符 2"/>
          <p:cNvSpPr>
            <a:spLocks noGrp="1"/>
          </p:cNvSpPr>
          <p:nvPr>
            <p:ph idx="1"/>
          </p:nvPr>
        </p:nvSpPr>
        <p:spPr/>
        <p:txBody>
          <a:bodyPr>
            <a:normAutofit/>
          </a:bodyPr>
          <a:lstStyle/>
          <a:p>
            <a:pPr lvl="0"/>
            <a:r>
              <a:rPr lang="vi-VN" altLang="vi-VN">
                <a:latin typeface="Noto Sans"/>
                <a:ea typeface="Noto Sans"/>
              </a:rPr>
              <a:t>Bấm vào đây để 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日期占位符 3"/>
          <p:cNvSpPr>
            <a:spLocks noGrp="1"/>
          </p:cNvSpPr>
          <p:nvPr>
            <p:ph type="dt" sz="half" idx="10"/>
          </p:nvPr>
        </p:nvSpPr>
        <p:spPr/>
        <p:txBody>
          <a:bodyPr>
            <a:normAutofit/>
          </a:bodyPr>
          <a:lstStyle/>
          <a:p>
            <a:fld id="{CC58EA1D-074E-492E-A426-985687BAB82D}" type="datetime1">
              <a:rPr lang="vi-VN" altLang="vi-VN" sz="1200" smtClean="0">
                <a:latin typeface="Noto Sans"/>
                <a:ea typeface="Noto Sans"/>
              </a:rPr>
              <a:t>21/04/2026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normAutofit/>
          </a:bodyPr>
          <a:lstStyle/>
          <a:p>
            <a:fld id="{F109C2AD-CA39-43E2-BBEF-768E308D7275}" type="slidenum">
              <a:rPr lang="vi-VN" altLang="vi-VN" smtClean="0">
                <a:latin typeface="Noto Sans"/>
                <a:ea typeface="Noto Sans"/>
              </a:r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normAutofit/>
          </a:bodyPr>
          <a:lstStyle>
            <a:lvl1pPr algn="l">
              <a:defRPr sz="4230" b="1" cap="all"/>
            </a:lvl1pPr>
          </a:lstStyle>
          <a:p>
            <a:r>
              <a:rPr lang="vi-VN" altLang="vi-VN">
                <a:latin typeface="Noto Sans"/>
                <a:ea typeface="Noto Sans"/>
              </a:rPr>
              <a:t>Bấm vào đây để chỉnh sửa kiểu tiêu</a:t>
            </a:r>
          </a:p>
        </p:txBody>
      </p:sp>
      <p:sp>
        <p:nvSpPr>
          <p:cNvPr id="3" name="文本占位符 2"/>
          <p:cNvSpPr>
            <a:spLocks noGrp="1"/>
          </p:cNvSpPr>
          <p:nvPr>
            <p:ph type="body" idx="1"/>
          </p:nvPr>
        </p:nvSpPr>
        <p:spPr>
          <a:xfrm>
            <a:off x="963084" y="2906713"/>
            <a:ext cx="10363200" cy="1500187"/>
          </a:xfrm>
        </p:spPr>
        <p:txBody>
          <a:bodyPr anchor="t">
            <a:normAutofit/>
          </a:bodyPr>
          <a:lstStyle>
            <a:lvl1pPr marL="0" indent="0">
              <a:buNone/>
              <a:defRPr sz="2115">
                <a:solidFill>
                  <a:schemeClr val="tx1">
                    <a:tint val="75000"/>
                  </a:schemeClr>
                </a:solidFill>
              </a:defRPr>
            </a:lvl1pPr>
            <a:lvl2pPr marL="483870" indent="0">
              <a:buNone/>
              <a:defRPr sz="1905">
                <a:solidFill>
                  <a:schemeClr val="tx1">
                    <a:tint val="75000"/>
                  </a:schemeClr>
                </a:solidFill>
              </a:defRPr>
            </a:lvl2pPr>
            <a:lvl3pPr marL="967740" indent="0">
              <a:buNone/>
              <a:defRPr sz="1695">
                <a:solidFill>
                  <a:schemeClr val="tx1">
                    <a:tint val="75000"/>
                  </a:schemeClr>
                </a:solidFill>
              </a:defRPr>
            </a:lvl3pPr>
            <a:lvl4pPr marL="1450975" indent="0">
              <a:buNone/>
              <a:defRPr sz="1480">
                <a:solidFill>
                  <a:schemeClr val="tx1">
                    <a:tint val="75000"/>
                  </a:schemeClr>
                </a:solidFill>
              </a:defRPr>
            </a:lvl4pPr>
            <a:lvl5pPr marL="1934845" indent="0">
              <a:buNone/>
              <a:defRPr sz="1480">
                <a:solidFill>
                  <a:schemeClr val="tx1">
                    <a:tint val="75000"/>
                  </a:schemeClr>
                </a:solidFill>
              </a:defRPr>
            </a:lvl5pPr>
            <a:lvl6pPr marL="2418715" indent="0">
              <a:buNone/>
              <a:defRPr sz="1480">
                <a:solidFill>
                  <a:schemeClr val="tx1">
                    <a:tint val="75000"/>
                  </a:schemeClr>
                </a:solidFill>
              </a:defRPr>
            </a:lvl6pPr>
            <a:lvl7pPr marL="2902585" indent="0">
              <a:buNone/>
              <a:defRPr sz="1480">
                <a:solidFill>
                  <a:schemeClr val="tx1">
                    <a:tint val="75000"/>
                  </a:schemeClr>
                </a:solidFill>
              </a:defRPr>
            </a:lvl7pPr>
            <a:lvl8pPr marL="3386455" indent="0">
              <a:buNone/>
              <a:defRPr sz="1480">
                <a:solidFill>
                  <a:schemeClr val="tx1">
                    <a:tint val="75000"/>
                  </a:schemeClr>
                </a:solidFill>
              </a:defRPr>
            </a:lvl8pPr>
            <a:lvl9pPr marL="3870325" indent="0">
              <a:buNone/>
              <a:defRPr sz="1480">
                <a:solidFill>
                  <a:schemeClr val="tx1">
                    <a:tint val="75000"/>
                  </a:schemeClr>
                </a:solidFill>
              </a:defRPr>
            </a:lvl9pPr>
          </a:lstStyle>
          <a:p>
            <a:pPr lvl="0"/>
            <a:r>
              <a:rPr lang="vi-VN" altLang="vi-VN">
                <a:latin typeface="Noto Sans"/>
                <a:ea typeface="Noto Sans"/>
              </a:rPr>
              <a:t>Bấm vào đây để chỉnh sửa kiểu văn bản chính</a:t>
            </a:r>
          </a:p>
        </p:txBody>
      </p:sp>
      <p:sp>
        <p:nvSpPr>
          <p:cNvPr id="4" name="日期占位符 3"/>
          <p:cNvSpPr>
            <a:spLocks noGrp="1"/>
          </p:cNvSpPr>
          <p:nvPr>
            <p:ph type="dt" sz="half" idx="10"/>
          </p:nvPr>
        </p:nvSpPr>
        <p:spPr/>
        <p:txBody>
          <a:bodyPr>
            <a:normAutofit/>
          </a:bodyPr>
          <a:lstStyle/>
          <a:p>
            <a:fld id="{729B2D23-F730-4A34-AB03-7245953E0941}" type="datetime1">
              <a:rPr lang="vi-VN" altLang="vi-VN" sz="1200" smtClean="0">
                <a:latin typeface="Noto Sans"/>
                <a:ea typeface="Noto Sans"/>
              </a:rPr>
              <a:t>21/04/2026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normAutofit/>
          </a:bodyPr>
          <a:lstStyle/>
          <a:p>
            <a:fld id="{F109C2AD-CA39-43E2-BBEF-768E308D7275}" type="slidenum">
              <a:rPr lang="vi-VN" altLang="vi-VN" smtClean="0">
                <a:latin typeface="Noto Sans"/>
                <a:ea typeface="Noto Sans"/>
              </a:r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vi-VN" altLang="vi-VN">
                <a:latin typeface="Noto Sans"/>
                <a:ea typeface="Noto Sans"/>
              </a:rPr>
              <a:t>Bấm vào đây để chỉnh sửa kiểu tiêu đề</a:t>
            </a:r>
          </a:p>
        </p:txBody>
      </p:sp>
      <p:sp>
        <p:nvSpPr>
          <p:cNvPr id="3" name="内容占位符 2"/>
          <p:cNvSpPr>
            <a:spLocks noGrp="1"/>
          </p:cNvSpPr>
          <p:nvPr>
            <p:ph sz="half" idx="1"/>
          </p:nvPr>
        </p:nvSpPr>
        <p:spPr>
          <a:xfrm>
            <a:off x="768352" y="1511301"/>
            <a:ext cx="6811433" cy="4276725"/>
          </a:xfrm>
        </p:spPr>
        <p:txBody>
          <a:bodyPr>
            <a:normAutofit/>
          </a:bodyPr>
          <a:lstStyle>
            <a:lvl1pPr>
              <a:defRPr sz="2965"/>
            </a:lvl1pPr>
            <a:lvl2pPr>
              <a:defRPr sz="2540"/>
            </a:lvl2pPr>
            <a:lvl3pPr>
              <a:defRPr sz="2115"/>
            </a:lvl3pPr>
            <a:lvl4pPr>
              <a:defRPr sz="1905"/>
            </a:lvl4pPr>
            <a:lvl5pPr>
              <a:defRPr sz="1905"/>
            </a:lvl5pPr>
            <a:lvl6pPr>
              <a:defRPr sz="1905"/>
            </a:lvl6pPr>
            <a:lvl7pPr>
              <a:defRPr sz="1905"/>
            </a:lvl7pPr>
            <a:lvl8pPr>
              <a:defRPr sz="1905"/>
            </a:lvl8pPr>
            <a:lvl9pPr>
              <a:defRPr sz="1905"/>
            </a:lvl9pPr>
          </a:lstStyle>
          <a:p>
            <a:pPr lvl="0"/>
            <a:r>
              <a:rPr lang="vi-VN" altLang="vi-VN">
                <a:latin typeface="Noto Sans"/>
                <a:ea typeface="Noto Sans"/>
              </a:rPr>
              <a:t>Bấm vào đây để</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内容占位符 3"/>
          <p:cNvSpPr>
            <a:spLocks noGrp="1"/>
          </p:cNvSpPr>
          <p:nvPr>
            <p:ph sz="half" idx="2"/>
          </p:nvPr>
        </p:nvSpPr>
        <p:spPr>
          <a:xfrm>
            <a:off x="7782985" y="1511301"/>
            <a:ext cx="6811433" cy="4276725"/>
          </a:xfrm>
        </p:spPr>
        <p:txBody>
          <a:bodyPr>
            <a:normAutofit/>
          </a:bodyPr>
          <a:lstStyle>
            <a:lvl1pPr>
              <a:defRPr sz="2965"/>
            </a:lvl1pPr>
            <a:lvl2pPr>
              <a:defRPr sz="2540"/>
            </a:lvl2pPr>
            <a:lvl3pPr>
              <a:defRPr sz="2115"/>
            </a:lvl3pPr>
            <a:lvl4pPr>
              <a:defRPr sz="1905"/>
            </a:lvl4pPr>
            <a:lvl5pPr>
              <a:defRPr sz="1905"/>
            </a:lvl5pPr>
            <a:lvl6pPr>
              <a:defRPr sz="1905"/>
            </a:lvl6pPr>
            <a:lvl7pPr>
              <a:defRPr sz="1905"/>
            </a:lvl7pPr>
            <a:lvl8pPr>
              <a:defRPr sz="1905"/>
            </a:lvl8pPr>
            <a:lvl9pPr>
              <a:defRPr sz="1905"/>
            </a:lvl9pPr>
          </a:lstStyle>
          <a:p>
            <a:pPr lvl="0"/>
            <a:r>
              <a:rPr lang="vi-VN" altLang="vi-VN">
                <a:latin typeface="Noto Sans"/>
                <a:ea typeface="Noto Sans"/>
              </a:rPr>
              <a:t>Bấm vào đây để</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5" name="日期占位符 4"/>
          <p:cNvSpPr>
            <a:spLocks noGrp="1"/>
          </p:cNvSpPr>
          <p:nvPr>
            <p:ph type="dt" sz="half" idx="10"/>
          </p:nvPr>
        </p:nvSpPr>
        <p:spPr/>
        <p:txBody>
          <a:bodyPr>
            <a:normAutofit/>
          </a:bodyPr>
          <a:lstStyle/>
          <a:p>
            <a:fld id="{785F3AFB-5C2E-478F-9FCB-451301E89EC9}" type="datetime1">
              <a:rPr lang="vi-VN" altLang="vi-VN" sz="1200" smtClean="0">
                <a:latin typeface="Noto Sans"/>
                <a:ea typeface="Noto Sans"/>
              </a:rPr>
              <a:t>21/04/2026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normAutofit/>
          </a:bodyPr>
          <a:lstStyle/>
          <a:p>
            <a:fld id="{F109C2AD-CA39-43E2-BBEF-768E308D7275}" type="slidenum">
              <a:rPr lang="vi-VN" altLang="vi-VN" smtClean="0">
                <a:latin typeface="Noto Sans"/>
                <a:ea typeface="Noto Sans"/>
              </a:r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1" cy="1143000"/>
          </a:xfrm>
        </p:spPr>
        <p:txBody>
          <a:bodyPr>
            <a:normAutofit/>
          </a:bodyPr>
          <a:lstStyle>
            <a:lvl1pPr>
              <a:defRPr/>
            </a:lvl1pPr>
          </a:lstStyle>
          <a:p>
            <a:r>
              <a:rPr lang="vi-VN" altLang="vi-VN">
                <a:latin typeface="Noto Sans"/>
                <a:ea typeface="Noto Sans"/>
              </a:rPr>
              <a:t>Bấm vào đây để chỉnh sửa kiểu tiêu đề</a:t>
            </a:r>
          </a:p>
        </p:txBody>
      </p:sp>
      <p:sp>
        <p:nvSpPr>
          <p:cNvPr id="3" name="文本占位符 2"/>
          <p:cNvSpPr>
            <a:spLocks noGrp="1"/>
          </p:cNvSpPr>
          <p:nvPr>
            <p:ph type="body" idx="1"/>
          </p:nvPr>
        </p:nvSpPr>
        <p:spPr>
          <a:xfrm>
            <a:off x="609601" y="1535113"/>
            <a:ext cx="5386917" cy="639762"/>
          </a:xfrm>
        </p:spPr>
        <p:txBody>
          <a:bodyPr anchor="t">
            <a:normAutofit/>
          </a:bodyPr>
          <a:lstStyle>
            <a:lvl1pPr marL="0" indent="0">
              <a:buNone/>
              <a:defRPr sz="2540" b="1"/>
            </a:lvl1pPr>
            <a:lvl2pPr marL="483870" indent="0">
              <a:buNone/>
              <a:defRPr sz="2115" b="1"/>
            </a:lvl2pPr>
            <a:lvl3pPr marL="967740" indent="0">
              <a:buNone/>
              <a:defRPr sz="1905" b="1"/>
            </a:lvl3pPr>
            <a:lvl4pPr marL="1450975" indent="0">
              <a:buNone/>
              <a:defRPr sz="1695" b="1"/>
            </a:lvl4pPr>
            <a:lvl5pPr marL="1934845" indent="0">
              <a:buNone/>
              <a:defRPr sz="1695" b="1"/>
            </a:lvl5pPr>
            <a:lvl6pPr marL="2418715" indent="0">
              <a:buNone/>
              <a:defRPr sz="1695" b="1"/>
            </a:lvl6pPr>
            <a:lvl7pPr marL="2902585" indent="0">
              <a:buNone/>
              <a:defRPr sz="1695" b="1"/>
            </a:lvl7pPr>
            <a:lvl8pPr marL="3386455" indent="0">
              <a:buNone/>
              <a:defRPr sz="1695" b="1"/>
            </a:lvl8pPr>
            <a:lvl9pPr marL="3870325" indent="0">
              <a:buNone/>
              <a:defRPr sz="1695" b="1"/>
            </a:lvl9pPr>
          </a:lstStyle>
          <a:p>
            <a:pPr lvl="0"/>
            <a:r>
              <a:rPr lang="vi-VN" altLang="vi-VN" sz="1700">
                <a:latin typeface="Noto Sans"/>
                <a:ea typeface="Noto Sans"/>
              </a:rPr>
              <a:t>Bấm vào đây để chỉnh sửa kiểu văn</a:t>
            </a:r>
          </a:p>
        </p:txBody>
      </p:sp>
      <p:sp>
        <p:nvSpPr>
          <p:cNvPr id="4" name="内容占位符 3"/>
          <p:cNvSpPr>
            <a:spLocks noGrp="1"/>
          </p:cNvSpPr>
          <p:nvPr>
            <p:ph sz="half" idx="2"/>
          </p:nvPr>
        </p:nvSpPr>
        <p:spPr>
          <a:xfrm>
            <a:off x="609601" y="2174876"/>
            <a:ext cx="5386917" cy="3951288"/>
          </a:xfrm>
        </p:spPr>
        <p:txBody>
          <a:bodyPr>
            <a:normAutofit/>
          </a:bodyPr>
          <a:lstStyle>
            <a:lvl1pPr>
              <a:defRPr sz="2540"/>
            </a:lvl1pPr>
            <a:lvl2pPr>
              <a:defRPr sz="2115"/>
            </a:lvl2pPr>
            <a:lvl3pPr>
              <a:defRPr sz="1905"/>
            </a:lvl3pPr>
            <a:lvl4pPr>
              <a:defRPr sz="1695"/>
            </a:lvl4pPr>
            <a:lvl5pPr>
              <a:defRPr sz="1695"/>
            </a:lvl5pPr>
            <a:lvl6pPr>
              <a:defRPr sz="1695"/>
            </a:lvl6pPr>
            <a:lvl7pPr>
              <a:defRPr sz="1695"/>
            </a:lvl7pPr>
            <a:lvl8pPr>
              <a:defRPr sz="1695"/>
            </a:lvl8pPr>
            <a:lvl9pPr>
              <a:defRPr sz="1695"/>
            </a:lvl9pPr>
          </a:lstStyle>
          <a:p>
            <a:pPr lvl="0"/>
            <a:r>
              <a:rPr lang="vi-VN" altLang="vi-VN">
                <a:latin typeface="Noto Sans"/>
                <a:ea typeface="Noto Sans"/>
              </a:rPr>
              <a:t>Bấm vào đây để</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5" name="文本占位符 4"/>
          <p:cNvSpPr>
            <a:spLocks noGrp="1"/>
          </p:cNvSpPr>
          <p:nvPr>
            <p:ph type="body" sz="quarter" idx="3"/>
          </p:nvPr>
        </p:nvSpPr>
        <p:spPr>
          <a:xfrm>
            <a:off x="6193368" y="1535113"/>
            <a:ext cx="5389033" cy="639762"/>
          </a:xfrm>
        </p:spPr>
        <p:txBody>
          <a:bodyPr anchor="t">
            <a:normAutofit/>
          </a:bodyPr>
          <a:lstStyle>
            <a:lvl1pPr marL="0" indent="0">
              <a:buNone/>
              <a:defRPr sz="2540" b="1"/>
            </a:lvl1pPr>
            <a:lvl2pPr marL="483870" indent="0">
              <a:buNone/>
              <a:defRPr sz="2115" b="1"/>
            </a:lvl2pPr>
            <a:lvl3pPr marL="967740" indent="0">
              <a:buNone/>
              <a:defRPr sz="1905" b="1"/>
            </a:lvl3pPr>
            <a:lvl4pPr marL="1450975" indent="0">
              <a:buNone/>
              <a:defRPr sz="1695" b="1"/>
            </a:lvl4pPr>
            <a:lvl5pPr marL="1934845" indent="0">
              <a:buNone/>
              <a:defRPr sz="1695" b="1"/>
            </a:lvl5pPr>
            <a:lvl6pPr marL="2418715" indent="0">
              <a:buNone/>
              <a:defRPr sz="1695" b="1"/>
            </a:lvl6pPr>
            <a:lvl7pPr marL="2902585" indent="0">
              <a:buNone/>
              <a:defRPr sz="1695" b="1"/>
            </a:lvl7pPr>
            <a:lvl8pPr marL="3386455" indent="0">
              <a:buNone/>
              <a:defRPr sz="1695" b="1"/>
            </a:lvl8pPr>
            <a:lvl9pPr marL="3870325" indent="0">
              <a:buNone/>
              <a:defRPr sz="1695" b="1"/>
            </a:lvl9pPr>
          </a:lstStyle>
          <a:p>
            <a:pPr lvl="0"/>
            <a:r>
              <a:rPr lang="vi-VN" altLang="vi-VN" sz="1700">
                <a:latin typeface="Noto Sans"/>
                <a:ea typeface="Noto Sans"/>
              </a:rPr>
              <a:t>Bấm vào đây để chỉnh sửa kiểu văn</a:t>
            </a:r>
          </a:p>
        </p:txBody>
      </p:sp>
      <p:sp>
        <p:nvSpPr>
          <p:cNvPr id="6" name="内容占位符 5"/>
          <p:cNvSpPr>
            <a:spLocks noGrp="1"/>
          </p:cNvSpPr>
          <p:nvPr>
            <p:ph sz="quarter" idx="4"/>
          </p:nvPr>
        </p:nvSpPr>
        <p:spPr>
          <a:xfrm>
            <a:off x="6193368" y="2174876"/>
            <a:ext cx="5389033" cy="3951288"/>
          </a:xfrm>
        </p:spPr>
        <p:txBody>
          <a:bodyPr>
            <a:normAutofit/>
          </a:bodyPr>
          <a:lstStyle>
            <a:lvl1pPr>
              <a:defRPr sz="2540"/>
            </a:lvl1pPr>
            <a:lvl2pPr>
              <a:defRPr sz="2115"/>
            </a:lvl2pPr>
            <a:lvl3pPr>
              <a:defRPr sz="1905"/>
            </a:lvl3pPr>
            <a:lvl4pPr>
              <a:defRPr sz="1695"/>
            </a:lvl4pPr>
            <a:lvl5pPr>
              <a:defRPr sz="1695"/>
            </a:lvl5pPr>
            <a:lvl6pPr>
              <a:defRPr sz="1695"/>
            </a:lvl6pPr>
            <a:lvl7pPr>
              <a:defRPr sz="1695"/>
            </a:lvl7pPr>
            <a:lvl8pPr>
              <a:defRPr sz="1695"/>
            </a:lvl8pPr>
            <a:lvl9pPr>
              <a:defRPr sz="1695"/>
            </a:lvl9pPr>
          </a:lstStyle>
          <a:p>
            <a:pPr lvl="0"/>
            <a:r>
              <a:rPr lang="vi-VN" altLang="vi-VN">
                <a:latin typeface="Noto Sans"/>
                <a:ea typeface="Noto Sans"/>
              </a:rPr>
              <a:t>Bấm vào đây để</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7" name="日期占位符 6"/>
          <p:cNvSpPr>
            <a:spLocks noGrp="1"/>
          </p:cNvSpPr>
          <p:nvPr>
            <p:ph type="dt" sz="half" idx="10"/>
          </p:nvPr>
        </p:nvSpPr>
        <p:spPr/>
        <p:txBody>
          <a:bodyPr>
            <a:normAutofit/>
          </a:bodyPr>
          <a:lstStyle/>
          <a:p>
            <a:fld id="{E1AFE1EB-2BA1-4DC9-A629-4F26AEBD57EE}" type="datetime1">
              <a:rPr lang="vi-VN" altLang="vi-VN" sz="1200" smtClean="0">
                <a:latin typeface="Noto Sans"/>
                <a:ea typeface="Noto Sans"/>
              </a:rPr>
              <a:t>21/04/2026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normAutofit/>
          </a:bodyPr>
          <a:lstStyle/>
          <a:p>
            <a:fld id="{F109C2AD-CA39-43E2-BBEF-768E308D7275}" type="slidenum">
              <a:rPr lang="vi-VN" altLang="vi-VN" smtClean="0">
                <a:latin typeface="Noto Sans"/>
                <a:ea typeface="Noto Sans"/>
              </a:r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vi-VN" altLang="vi-VN">
                <a:latin typeface="Noto Sans"/>
                <a:ea typeface="Noto Sans"/>
              </a:rPr>
              <a:t>Bấm vào đây để chỉnh sửa kiểu tiêu đề</a:t>
            </a:r>
          </a:p>
        </p:txBody>
      </p:sp>
      <p:sp>
        <p:nvSpPr>
          <p:cNvPr id="3" name="日期占位符 2"/>
          <p:cNvSpPr>
            <a:spLocks noGrp="1"/>
          </p:cNvSpPr>
          <p:nvPr>
            <p:ph type="dt" sz="half" idx="10"/>
          </p:nvPr>
        </p:nvSpPr>
        <p:spPr/>
        <p:txBody>
          <a:bodyPr>
            <a:normAutofit/>
          </a:bodyPr>
          <a:lstStyle/>
          <a:p>
            <a:fld id="{91662349-2AE5-40CB-B695-2952DEAF7F28}" type="datetime1">
              <a:rPr lang="vi-VN" altLang="vi-VN" sz="1200" smtClean="0">
                <a:latin typeface="Noto Sans"/>
                <a:ea typeface="Noto Sans"/>
              </a:rPr>
              <a:t>21/04/2026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normAutofit/>
          </a:bodyPr>
          <a:lstStyle/>
          <a:p>
            <a:fld id="{F109C2AD-CA39-43E2-BBEF-768E308D7275}" type="slidenum">
              <a:rPr lang="vi-VN" altLang="vi-VN" smtClean="0">
                <a:latin typeface="Noto Sans"/>
                <a:ea typeface="Noto Sans"/>
              </a:r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p>
            <a:fld id="{3B8A1070-E7F3-47CD-9FEF-C1D786F04CFD}" type="datetime1">
              <a:rPr lang="vi-VN" altLang="vi-VN" sz="1200" smtClean="0">
                <a:latin typeface="Noto Sans"/>
                <a:ea typeface="Noto Sans"/>
              </a:rPr>
              <a:t>21/04/2026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normAutofit/>
          </a:bodyPr>
          <a:lstStyle/>
          <a:p>
            <a:fld id="{F109C2AD-CA39-43E2-BBEF-768E308D7275}" type="slidenum">
              <a:rPr lang="vi-VN" altLang="vi-VN" smtClean="0">
                <a:latin typeface="Noto Sans"/>
                <a:ea typeface="Noto Sans"/>
              </a:r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t">
            <a:normAutofit/>
          </a:bodyPr>
          <a:lstStyle>
            <a:lvl1pPr algn="l">
              <a:defRPr sz="2115" b="1"/>
            </a:lvl1pPr>
          </a:lstStyle>
          <a:p>
            <a:r>
              <a:rPr lang="vi-VN" altLang="vi-VN">
                <a:latin typeface="Noto Sans"/>
                <a:ea typeface="Noto Sans"/>
              </a:rPr>
              <a:t>Bấm vào đây để chỉnh</a:t>
            </a:r>
          </a:p>
        </p:txBody>
      </p:sp>
      <p:sp>
        <p:nvSpPr>
          <p:cNvPr id="3" name="内容占位符 2"/>
          <p:cNvSpPr>
            <a:spLocks noGrp="1"/>
          </p:cNvSpPr>
          <p:nvPr>
            <p:ph idx="1"/>
          </p:nvPr>
        </p:nvSpPr>
        <p:spPr>
          <a:xfrm>
            <a:off x="4766733" y="273050"/>
            <a:ext cx="6815667" cy="5853113"/>
          </a:xfrm>
        </p:spPr>
        <p:txBody>
          <a:bodyPr>
            <a:normAutofit/>
          </a:bodyPr>
          <a:lstStyle>
            <a:lvl1pPr>
              <a:defRPr sz="3385"/>
            </a:lvl1pPr>
            <a:lvl2pPr>
              <a:defRPr sz="2965"/>
            </a:lvl2pPr>
            <a:lvl3pPr>
              <a:defRPr sz="2540"/>
            </a:lvl3pPr>
            <a:lvl4pPr>
              <a:defRPr sz="2115"/>
            </a:lvl4pPr>
            <a:lvl5pPr>
              <a:defRPr sz="2115"/>
            </a:lvl5pPr>
            <a:lvl6pPr>
              <a:defRPr sz="2115"/>
            </a:lvl6pPr>
            <a:lvl7pPr>
              <a:defRPr sz="2115"/>
            </a:lvl7pPr>
            <a:lvl8pPr>
              <a:defRPr sz="2115"/>
            </a:lvl8pPr>
            <a:lvl9pPr>
              <a:defRPr sz="2115"/>
            </a:lvl9pPr>
          </a:lstStyle>
          <a:p>
            <a:pPr lvl="0"/>
            <a:r>
              <a:rPr lang="vi-VN" altLang="vi-VN">
                <a:latin typeface="Noto Sans"/>
                <a:ea typeface="Noto Sans"/>
              </a:rPr>
              <a:t>Bấm vào đây để</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文本占位符 3"/>
          <p:cNvSpPr>
            <a:spLocks noGrp="1"/>
          </p:cNvSpPr>
          <p:nvPr>
            <p:ph type="body" sz="half" idx="2"/>
          </p:nvPr>
        </p:nvSpPr>
        <p:spPr>
          <a:xfrm>
            <a:off x="609602" y="1435100"/>
            <a:ext cx="4011084" cy="4691063"/>
          </a:xfrm>
        </p:spPr>
        <p:txBody>
          <a:bodyPr>
            <a:normAutofit/>
          </a:bodyPr>
          <a:lstStyle>
            <a:lvl1pPr marL="0" indent="0">
              <a:buNone/>
              <a:defRPr sz="1480"/>
            </a:lvl1pPr>
            <a:lvl2pPr marL="483870" indent="0">
              <a:buNone/>
              <a:defRPr sz="1270"/>
            </a:lvl2pPr>
            <a:lvl3pPr marL="967740" indent="0">
              <a:buNone/>
              <a:defRPr sz="1060"/>
            </a:lvl3pPr>
            <a:lvl4pPr marL="1450975" indent="0">
              <a:buNone/>
              <a:defRPr sz="950"/>
            </a:lvl4pPr>
            <a:lvl5pPr marL="1934845" indent="0">
              <a:buNone/>
              <a:defRPr sz="950"/>
            </a:lvl5pPr>
            <a:lvl6pPr marL="2418715" indent="0">
              <a:buNone/>
              <a:defRPr sz="950"/>
            </a:lvl6pPr>
            <a:lvl7pPr marL="2902585" indent="0">
              <a:buNone/>
              <a:defRPr sz="950"/>
            </a:lvl7pPr>
            <a:lvl8pPr marL="3386455" indent="0">
              <a:buNone/>
              <a:defRPr sz="950"/>
            </a:lvl8pPr>
            <a:lvl9pPr marL="3870325" indent="0">
              <a:buNone/>
              <a:defRPr sz="950"/>
            </a:lvl9pPr>
          </a:lstStyle>
          <a:p>
            <a:pPr lvl="0"/>
            <a:r>
              <a:rPr lang="vi-VN" altLang="vi-VN">
                <a:latin typeface="Noto Sans"/>
                <a:ea typeface="Noto Sans"/>
              </a:rPr>
              <a:t>Bấm vào đây để chỉnh</a:t>
            </a:r>
          </a:p>
        </p:txBody>
      </p:sp>
      <p:sp>
        <p:nvSpPr>
          <p:cNvPr id="5" name="日期占位符 4"/>
          <p:cNvSpPr>
            <a:spLocks noGrp="1"/>
          </p:cNvSpPr>
          <p:nvPr>
            <p:ph type="dt" sz="half" idx="10"/>
          </p:nvPr>
        </p:nvSpPr>
        <p:spPr/>
        <p:txBody>
          <a:bodyPr>
            <a:normAutofit/>
          </a:bodyPr>
          <a:lstStyle/>
          <a:p>
            <a:fld id="{C7EEEED2-1B71-40AB-847E-081418287A08}" type="datetime1">
              <a:rPr lang="vi-VN" altLang="vi-VN" sz="1200" smtClean="0">
                <a:latin typeface="Noto Sans"/>
                <a:ea typeface="Noto Sans"/>
              </a:rPr>
              <a:t>21/04/2026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normAutofit/>
          </a:bodyPr>
          <a:lstStyle/>
          <a:p>
            <a:fld id="{F109C2AD-CA39-43E2-BBEF-768E308D7275}" type="slidenum">
              <a:rPr lang="vi-VN" altLang="vi-VN" smtClean="0">
                <a:latin typeface="Noto Sans"/>
                <a:ea typeface="Noto Sans"/>
              </a:r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t">
            <a:normAutofit/>
          </a:bodyPr>
          <a:lstStyle>
            <a:lvl1pPr algn="l">
              <a:defRPr sz="2115" b="1"/>
            </a:lvl1pPr>
          </a:lstStyle>
          <a:p>
            <a:r>
              <a:rPr lang="vi-VN" altLang="vi-VN">
                <a:latin typeface="Noto Sans"/>
                <a:ea typeface="Noto Sans"/>
              </a:rPr>
              <a:t>Bấm vào đây để chỉnh sửa kiểu tiêu đề chính</a:t>
            </a:r>
          </a:p>
        </p:txBody>
      </p:sp>
      <p:sp>
        <p:nvSpPr>
          <p:cNvPr id="3" name="图片占位符 2"/>
          <p:cNvSpPr>
            <a:spLocks noGrp="1"/>
          </p:cNvSpPr>
          <p:nvPr>
            <p:ph type="pic" idx="1"/>
          </p:nvPr>
        </p:nvSpPr>
        <p:spPr>
          <a:xfrm>
            <a:off x="2389717" y="612776"/>
            <a:ext cx="7315200" cy="4114800"/>
          </a:xfrm>
        </p:spPr>
        <p:txBody>
          <a:bodyPr/>
          <a:lstStyle>
            <a:lvl1pPr marL="0" indent="0">
              <a:buNone/>
              <a:defRPr sz="3385"/>
            </a:lvl1pPr>
            <a:lvl2pPr marL="483870" indent="0">
              <a:buNone/>
              <a:defRPr sz="2965"/>
            </a:lvl2pPr>
            <a:lvl3pPr marL="967740" indent="0">
              <a:buNone/>
              <a:defRPr sz="2540"/>
            </a:lvl3pPr>
            <a:lvl4pPr marL="1450975" indent="0">
              <a:buNone/>
              <a:defRPr sz="2115"/>
            </a:lvl4pPr>
            <a:lvl5pPr marL="1934845" indent="0">
              <a:buNone/>
              <a:defRPr sz="2115"/>
            </a:lvl5pPr>
            <a:lvl6pPr marL="2418715" indent="0">
              <a:buNone/>
              <a:defRPr sz="2115"/>
            </a:lvl6pPr>
            <a:lvl7pPr marL="2902585" indent="0">
              <a:buNone/>
              <a:defRPr sz="2115"/>
            </a:lvl7pPr>
            <a:lvl8pPr marL="3386455" indent="0">
              <a:buNone/>
              <a:defRPr sz="2115"/>
            </a:lvl8pPr>
            <a:lvl9pPr marL="3870325" indent="0">
              <a:buNone/>
              <a:defRPr sz="2115"/>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normAutofit/>
          </a:bodyPr>
          <a:lstStyle>
            <a:lvl1pPr marL="0" indent="0">
              <a:buNone/>
              <a:defRPr sz="1480"/>
            </a:lvl1pPr>
            <a:lvl2pPr marL="483870" indent="0">
              <a:buNone/>
              <a:defRPr sz="1270"/>
            </a:lvl2pPr>
            <a:lvl3pPr marL="967740" indent="0">
              <a:buNone/>
              <a:defRPr sz="1060"/>
            </a:lvl3pPr>
            <a:lvl4pPr marL="1450975" indent="0">
              <a:buNone/>
              <a:defRPr sz="950"/>
            </a:lvl4pPr>
            <a:lvl5pPr marL="1934845" indent="0">
              <a:buNone/>
              <a:defRPr sz="950"/>
            </a:lvl5pPr>
            <a:lvl6pPr marL="2418715" indent="0">
              <a:buNone/>
              <a:defRPr sz="950"/>
            </a:lvl6pPr>
            <a:lvl7pPr marL="2902585" indent="0">
              <a:buNone/>
              <a:defRPr sz="950"/>
            </a:lvl7pPr>
            <a:lvl8pPr marL="3386455" indent="0">
              <a:buNone/>
              <a:defRPr sz="950"/>
            </a:lvl8pPr>
            <a:lvl9pPr marL="3870325" indent="0">
              <a:buNone/>
              <a:defRPr sz="950"/>
            </a:lvl9pPr>
          </a:lstStyle>
          <a:p>
            <a:pPr lvl="0"/>
            <a:r>
              <a:rPr lang="vi-VN" altLang="vi-VN">
                <a:latin typeface="Noto Sans"/>
                <a:ea typeface="Noto Sans"/>
              </a:rPr>
              <a:t>Bấm vào đây để chỉnh</a:t>
            </a:r>
          </a:p>
        </p:txBody>
      </p:sp>
      <p:sp>
        <p:nvSpPr>
          <p:cNvPr id="5" name="日期占位符 4"/>
          <p:cNvSpPr>
            <a:spLocks noGrp="1"/>
          </p:cNvSpPr>
          <p:nvPr>
            <p:ph type="dt" sz="half" idx="10"/>
          </p:nvPr>
        </p:nvSpPr>
        <p:spPr/>
        <p:txBody>
          <a:bodyPr>
            <a:normAutofit/>
          </a:bodyPr>
          <a:lstStyle/>
          <a:p>
            <a:fld id="{80650568-0493-4C77-BF10-7F10E1AE1384}" type="datetime1">
              <a:rPr lang="vi-VN" altLang="vi-VN" sz="1200" smtClean="0">
                <a:latin typeface="Noto Sans"/>
                <a:ea typeface="Noto Sans"/>
              </a:rPr>
              <a:t>21/04/2026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normAutofit/>
          </a:bodyPr>
          <a:lstStyle/>
          <a:p>
            <a:fld id="{F109C2AD-CA39-43E2-BBEF-768E308D7275}" type="slidenum">
              <a:rPr lang="vi-VN" altLang="vi-VN" smtClean="0">
                <a:latin typeface="Noto Sans"/>
                <a:ea typeface="Noto Sans"/>
              </a:r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vi-VN" altLang="vi-VN">
                <a:latin typeface="Noto Sans"/>
                <a:ea typeface="Noto Sans"/>
              </a:rPr>
              <a:t>Bấm vào đây để chỉnh sửa kiểu tiêu đề</a:t>
            </a:r>
          </a:p>
        </p:txBody>
      </p:sp>
      <p:sp>
        <p:nvSpPr>
          <p:cNvPr id="3" name="竖排文字占位符 2"/>
          <p:cNvSpPr>
            <a:spLocks noGrp="1"/>
          </p:cNvSpPr>
          <p:nvPr>
            <p:ph type="body" orient="vert" idx="1"/>
          </p:nvPr>
        </p:nvSpPr>
        <p:spPr/>
        <p:txBody>
          <a:bodyPr vert="vert">
            <a:normAutofit/>
          </a:bodyPr>
          <a:lstStyle/>
          <a:p>
            <a:pPr lvl="0"/>
            <a:r>
              <a:rPr lang="vi-VN" altLang="vi-VN" sz="2900">
                <a:latin typeface="Noto Sans"/>
                <a:ea typeface="Noto Sans"/>
              </a:rPr>
              <a:t>Bấm vào đây để 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日期占位符 3"/>
          <p:cNvSpPr>
            <a:spLocks noGrp="1"/>
          </p:cNvSpPr>
          <p:nvPr>
            <p:ph type="dt" sz="half" idx="10"/>
          </p:nvPr>
        </p:nvSpPr>
        <p:spPr/>
        <p:txBody>
          <a:bodyPr>
            <a:normAutofit/>
          </a:bodyPr>
          <a:lstStyle/>
          <a:p>
            <a:fld id="{23D29C70-E920-40AF-8DC2-FE85423FC80C}" type="datetime1">
              <a:rPr lang="vi-VN" altLang="vi-VN" sz="1200" smtClean="0">
                <a:latin typeface="Noto Sans"/>
                <a:ea typeface="Noto Sans"/>
              </a:rPr>
              <a:t>21/04/2026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normAutofit/>
          </a:bodyPr>
          <a:lstStyle/>
          <a:p>
            <a:fld id="{F109C2AD-CA39-43E2-BBEF-768E308D7275}" type="slidenum">
              <a:rPr lang="vi-VN" altLang="vi-VN" smtClean="0">
                <a:latin typeface="Noto Sans"/>
                <a:ea typeface="Noto Sans"/>
              </a:r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1137901" y="258764"/>
            <a:ext cx="3456517" cy="5529262"/>
          </a:xfrm>
        </p:spPr>
        <p:txBody>
          <a:bodyPr vert="vert">
            <a:normAutofit/>
          </a:bodyPr>
          <a:lstStyle/>
          <a:p>
            <a:r>
              <a:rPr lang="vi-VN" altLang="vi-VN" sz="4000">
                <a:latin typeface="Noto Sans"/>
                <a:ea typeface="Noto Sans"/>
              </a:rPr>
              <a:t>Bấm vào đây để chỉnh sửa kiểu tiêu đề</a:t>
            </a:r>
          </a:p>
        </p:txBody>
      </p:sp>
      <p:sp>
        <p:nvSpPr>
          <p:cNvPr id="3" name="竖排文字占位符 2"/>
          <p:cNvSpPr>
            <a:spLocks noGrp="1"/>
          </p:cNvSpPr>
          <p:nvPr>
            <p:ph type="body" orient="vert" idx="1"/>
          </p:nvPr>
        </p:nvSpPr>
        <p:spPr>
          <a:xfrm>
            <a:off x="768350" y="258764"/>
            <a:ext cx="10166350" cy="5529262"/>
          </a:xfrm>
        </p:spPr>
        <p:txBody>
          <a:bodyPr vert="vert">
            <a:normAutofit/>
          </a:bodyPr>
          <a:lstStyle/>
          <a:p>
            <a:pPr lvl="0"/>
            <a:r>
              <a:rPr lang="vi-VN" altLang="vi-VN">
                <a:latin typeface="Noto Sans"/>
                <a:ea typeface="Noto Sans"/>
              </a:rPr>
              <a:t>Bấm vào đây để 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日期占位符 3"/>
          <p:cNvSpPr>
            <a:spLocks noGrp="1"/>
          </p:cNvSpPr>
          <p:nvPr>
            <p:ph type="dt" sz="half" idx="10"/>
          </p:nvPr>
        </p:nvSpPr>
        <p:spPr/>
        <p:txBody>
          <a:bodyPr>
            <a:normAutofit/>
          </a:bodyPr>
          <a:lstStyle/>
          <a:p>
            <a:fld id="{936D47EE-73AC-488A-B483-E80F51C9FFEC}" type="datetime1">
              <a:rPr lang="vi-VN" altLang="vi-VN" sz="1200" smtClean="0">
                <a:latin typeface="Noto Sans"/>
                <a:ea typeface="Noto Sans"/>
              </a:rPr>
              <a:t>21/04/2026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normAutofit/>
          </a:bodyPr>
          <a:lstStyle/>
          <a:p>
            <a:fld id="{F109C2AD-CA39-43E2-BBEF-768E308D7275}" type="slidenum">
              <a:rPr lang="vi-VN" altLang="vi-VN" smtClean="0">
                <a:latin typeface="Noto Sans"/>
                <a:ea typeface="Noto Sans"/>
              </a:r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6" y="2130426"/>
            <a:ext cx="10363200" cy="1470026"/>
          </a:xfrm>
          <a:prstGeom prst="rect">
            <a:avLst/>
          </a:prstGeom>
        </p:spPr>
        <p:txBody>
          <a:bodyPr>
            <a:normAutofit/>
          </a:bodyPr>
          <a:lstStyle/>
          <a:p>
            <a:r>
              <a:rPr lang="vi-VN" altLang="vi-VN">
                <a:latin typeface="Noto Sans"/>
                <a:ea typeface="Noto Sans"/>
              </a:rPr>
              <a:t>Bấm vào đây để chỉnh</a:t>
            </a:r>
          </a:p>
        </p:txBody>
      </p:sp>
      <p:sp>
        <p:nvSpPr>
          <p:cNvPr id="3" name="副标题 2"/>
          <p:cNvSpPr>
            <a:spLocks noGrp="1"/>
          </p:cNvSpPr>
          <p:nvPr>
            <p:ph type="subTitle" idx="1"/>
          </p:nvPr>
        </p:nvSpPr>
        <p:spPr>
          <a:xfrm>
            <a:off x="1828807" y="3886200"/>
            <a:ext cx="8534401" cy="1752601"/>
          </a:xfrm>
          <a:prstGeom prst="rect">
            <a:avLst/>
          </a:prstGeom>
        </p:spPr>
        <p:txBody>
          <a:bodyPr>
            <a:normAutofit/>
          </a:bodyPr>
          <a:lstStyle>
            <a:lvl1pPr marL="0" indent="0" algn="ctr">
              <a:buNone/>
              <a:defRPr>
                <a:solidFill>
                  <a:schemeClr val="tx1">
                    <a:tint val="75000"/>
                  </a:schemeClr>
                </a:solidFill>
              </a:defRPr>
            </a:lvl1pPr>
            <a:lvl2pPr marL="622935" indent="0" algn="ctr">
              <a:buNone/>
              <a:defRPr>
                <a:solidFill>
                  <a:schemeClr val="tx1">
                    <a:tint val="75000"/>
                  </a:schemeClr>
                </a:solidFill>
              </a:defRPr>
            </a:lvl2pPr>
            <a:lvl3pPr marL="1245235" indent="0" algn="ctr">
              <a:buNone/>
              <a:defRPr>
                <a:solidFill>
                  <a:schemeClr val="tx1">
                    <a:tint val="75000"/>
                  </a:schemeClr>
                </a:solidFill>
              </a:defRPr>
            </a:lvl3pPr>
            <a:lvl4pPr marL="1868170" indent="0" algn="ctr">
              <a:buNone/>
              <a:defRPr>
                <a:solidFill>
                  <a:schemeClr val="tx1">
                    <a:tint val="75000"/>
                  </a:schemeClr>
                </a:solidFill>
              </a:defRPr>
            </a:lvl4pPr>
            <a:lvl5pPr marL="2490470" indent="0" algn="ctr">
              <a:buNone/>
              <a:defRPr>
                <a:solidFill>
                  <a:schemeClr val="tx1">
                    <a:tint val="75000"/>
                  </a:schemeClr>
                </a:solidFill>
              </a:defRPr>
            </a:lvl5pPr>
            <a:lvl6pPr marL="3113405" indent="0" algn="ctr">
              <a:buNone/>
              <a:defRPr>
                <a:solidFill>
                  <a:schemeClr val="tx1">
                    <a:tint val="75000"/>
                  </a:schemeClr>
                </a:solidFill>
              </a:defRPr>
            </a:lvl6pPr>
            <a:lvl7pPr marL="3735705" indent="0" algn="ctr">
              <a:buNone/>
              <a:defRPr>
                <a:solidFill>
                  <a:schemeClr val="tx1">
                    <a:tint val="75000"/>
                  </a:schemeClr>
                </a:solidFill>
              </a:defRPr>
            </a:lvl7pPr>
            <a:lvl8pPr marL="4358640" indent="0" algn="ctr">
              <a:buNone/>
              <a:defRPr>
                <a:solidFill>
                  <a:schemeClr val="tx1">
                    <a:tint val="75000"/>
                  </a:schemeClr>
                </a:solidFill>
              </a:defRPr>
            </a:lvl8pPr>
            <a:lvl9pPr marL="4980940" indent="0" algn="ctr">
              <a:buNone/>
              <a:defRPr>
                <a:solidFill>
                  <a:schemeClr val="tx1">
                    <a:tint val="75000"/>
                  </a:schemeClr>
                </a:solidFill>
              </a:defRPr>
            </a:lvl9pPr>
          </a:lstStyle>
          <a:p>
            <a:r>
              <a:rPr lang="vi-VN" altLang="vi-VN">
                <a:latin typeface="Noto Sans"/>
                <a:ea typeface="Noto Sans"/>
              </a:rPr>
              <a:t>Bấm vào đây để chỉnh sửa</a:t>
            </a:r>
          </a:p>
        </p:txBody>
      </p:sp>
      <p:sp>
        <p:nvSpPr>
          <p:cNvPr id="4" name="日期占位符 3"/>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73B4AB65-902F-412C-A123-6530E1EAF4E9}" type="datetime1">
              <a:rPr lang="vi-VN" altLang="vi-VN" sz="2300" smtClean="0">
                <a:solidFill>
                  <a:srgbClr val="FFFFFF"/>
                </a:solidFill>
                <a:latin typeface="Noto Sans"/>
                <a:ea typeface="Noto Sans"/>
              </a:rPr>
              <a:t>21/04/2026</a:t>
            </a:fld>
            <a:endParaRPr lang="zh-CN" altLang="en-US" sz="2435">
              <a:solidFill>
                <a:srgbClr val="FFFFFF"/>
              </a:solidFill>
            </a:endParaRPr>
          </a:p>
        </p:txBody>
      </p:sp>
      <p:sp>
        <p:nvSpPr>
          <p:cNvPr id="5" name="页脚占位符 4"/>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6" name="灯片编号占位符 5"/>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6" y="274644"/>
            <a:ext cx="10972801" cy="1143000"/>
          </a:xfrm>
          <a:prstGeom prst="rect">
            <a:avLst/>
          </a:prstGeom>
        </p:spPr>
        <p:txBody>
          <a:bodyPr>
            <a:normAutofit/>
          </a:bodyPr>
          <a:lstStyle/>
          <a:p>
            <a:r>
              <a:rPr lang="vi-VN" altLang="vi-VN">
                <a:latin typeface="Noto Sans"/>
                <a:ea typeface="Noto Sans"/>
              </a:rPr>
              <a:t>Bấm vào đây để chỉnh</a:t>
            </a:r>
          </a:p>
        </p:txBody>
      </p:sp>
      <p:sp>
        <p:nvSpPr>
          <p:cNvPr id="3" name="内容占位符 2"/>
          <p:cNvSpPr>
            <a:spLocks noGrp="1"/>
          </p:cNvSpPr>
          <p:nvPr>
            <p:ph idx="1"/>
          </p:nvPr>
        </p:nvSpPr>
        <p:spPr>
          <a:xfrm>
            <a:off x="609606" y="1600202"/>
            <a:ext cx="10972801" cy="4525963"/>
          </a:xfrm>
          <a:prstGeom prst="rect">
            <a:avLst/>
          </a:prstGeom>
        </p:spPr>
        <p:txBody>
          <a:bodyPr>
            <a:normAutofit/>
          </a:bodyPr>
          <a:lstStyle/>
          <a:p>
            <a:pPr lvl="0"/>
            <a:r>
              <a:rPr lang="vi-VN" altLang="vi-VN">
                <a:latin typeface="Noto Sans"/>
                <a:ea typeface="Noto Sans"/>
              </a:rPr>
              <a:t>Bấm vào đây để</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日期占位符 3"/>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F0BB4036-ACF9-4121-BD7E-DE1E94E1E4EB}" type="datetime1">
              <a:rPr lang="vi-VN" altLang="vi-VN" sz="2300" smtClean="0">
                <a:solidFill>
                  <a:srgbClr val="FFFFFF"/>
                </a:solidFill>
                <a:latin typeface="Noto Sans"/>
                <a:ea typeface="Noto Sans"/>
              </a:rPr>
              <a:t>21/04/2026</a:t>
            </a:fld>
            <a:endParaRPr lang="zh-CN" altLang="en-US" sz="2435">
              <a:solidFill>
                <a:srgbClr val="FFFFFF"/>
              </a:solidFill>
            </a:endParaRPr>
          </a:p>
        </p:txBody>
      </p:sp>
      <p:sp>
        <p:nvSpPr>
          <p:cNvPr id="5" name="页脚占位符 4"/>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6" name="灯片编号占位符 5"/>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6" y="4406904"/>
            <a:ext cx="10363200" cy="1362075"/>
          </a:xfrm>
          <a:prstGeom prst="rect">
            <a:avLst/>
          </a:prstGeom>
        </p:spPr>
        <p:txBody>
          <a:bodyPr anchor="t">
            <a:normAutofit/>
          </a:bodyPr>
          <a:lstStyle>
            <a:lvl1pPr algn="l">
              <a:defRPr sz="5395" b="1" cap="all"/>
            </a:lvl1pPr>
          </a:lstStyle>
          <a:p>
            <a:r>
              <a:rPr lang="vi-VN" altLang="vi-VN" sz="5300">
                <a:latin typeface="Noto Sans"/>
                <a:ea typeface="Noto Sans"/>
              </a:rPr>
              <a:t>Bấm vào đây để chỉnh</a:t>
            </a:r>
          </a:p>
        </p:txBody>
      </p:sp>
      <p:sp>
        <p:nvSpPr>
          <p:cNvPr id="3" name="文本占位符 2"/>
          <p:cNvSpPr>
            <a:spLocks noGrp="1"/>
          </p:cNvSpPr>
          <p:nvPr>
            <p:ph type="body" idx="1"/>
          </p:nvPr>
        </p:nvSpPr>
        <p:spPr>
          <a:xfrm>
            <a:off x="963086" y="2906716"/>
            <a:ext cx="10363200" cy="1500187"/>
          </a:xfrm>
          <a:prstGeom prst="rect">
            <a:avLst/>
          </a:prstGeom>
        </p:spPr>
        <p:txBody>
          <a:bodyPr anchor="t">
            <a:normAutofit/>
          </a:bodyPr>
          <a:lstStyle>
            <a:lvl1pPr marL="0" indent="0">
              <a:buNone/>
              <a:defRPr sz="2750">
                <a:solidFill>
                  <a:schemeClr val="tx1">
                    <a:tint val="75000"/>
                  </a:schemeClr>
                </a:solidFill>
              </a:defRPr>
            </a:lvl1pPr>
            <a:lvl2pPr marL="622935" indent="0">
              <a:buNone/>
              <a:defRPr sz="2435">
                <a:solidFill>
                  <a:schemeClr val="tx1">
                    <a:tint val="75000"/>
                  </a:schemeClr>
                </a:solidFill>
              </a:defRPr>
            </a:lvl2pPr>
            <a:lvl3pPr marL="1245235" indent="0">
              <a:buNone/>
              <a:defRPr sz="2220">
                <a:solidFill>
                  <a:schemeClr val="tx1">
                    <a:tint val="75000"/>
                  </a:schemeClr>
                </a:solidFill>
              </a:defRPr>
            </a:lvl3pPr>
            <a:lvl4pPr marL="1868170" indent="0">
              <a:buNone/>
              <a:defRPr sz="1905">
                <a:solidFill>
                  <a:schemeClr val="tx1">
                    <a:tint val="75000"/>
                  </a:schemeClr>
                </a:solidFill>
              </a:defRPr>
            </a:lvl4pPr>
            <a:lvl5pPr marL="2490470" indent="0">
              <a:buNone/>
              <a:defRPr sz="1905">
                <a:solidFill>
                  <a:schemeClr val="tx1">
                    <a:tint val="75000"/>
                  </a:schemeClr>
                </a:solidFill>
              </a:defRPr>
            </a:lvl5pPr>
            <a:lvl6pPr marL="3113405" indent="0">
              <a:buNone/>
              <a:defRPr sz="1905">
                <a:solidFill>
                  <a:schemeClr val="tx1">
                    <a:tint val="75000"/>
                  </a:schemeClr>
                </a:solidFill>
              </a:defRPr>
            </a:lvl6pPr>
            <a:lvl7pPr marL="3735705" indent="0">
              <a:buNone/>
              <a:defRPr sz="1905">
                <a:solidFill>
                  <a:schemeClr val="tx1">
                    <a:tint val="75000"/>
                  </a:schemeClr>
                </a:solidFill>
              </a:defRPr>
            </a:lvl7pPr>
            <a:lvl8pPr marL="4358640" indent="0">
              <a:buNone/>
              <a:defRPr sz="1905">
                <a:solidFill>
                  <a:schemeClr val="tx1">
                    <a:tint val="75000"/>
                  </a:schemeClr>
                </a:solidFill>
              </a:defRPr>
            </a:lvl8pPr>
            <a:lvl9pPr marL="4980940" indent="0">
              <a:buNone/>
              <a:defRPr sz="1905">
                <a:solidFill>
                  <a:schemeClr val="tx1">
                    <a:tint val="75000"/>
                  </a:schemeClr>
                </a:solidFill>
              </a:defRPr>
            </a:lvl9pPr>
          </a:lstStyle>
          <a:p>
            <a:pPr lvl="0"/>
            <a:r>
              <a:rPr lang="vi-VN" altLang="vi-VN">
                <a:latin typeface="Noto Sans"/>
                <a:ea typeface="Noto Sans"/>
              </a:rPr>
              <a:t>Bấm vào đây để chỉnh sửa kiểu văn bản chính</a:t>
            </a:r>
          </a:p>
        </p:txBody>
      </p:sp>
      <p:sp>
        <p:nvSpPr>
          <p:cNvPr id="4" name="日期占位符 3"/>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6DA9ACBB-1F1D-4A9A-8F2A-A5A8F3264BAD}" type="datetime1">
              <a:rPr lang="vi-VN" altLang="vi-VN" sz="2300" smtClean="0">
                <a:solidFill>
                  <a:srgbClr val="FFFFFF"/>
                </a:solidFill>
                <a:latin typeface="Noto Sans"/>
                <a:ea typeface="Noto Sans"/>
              </a:rPr>
              <a:t>21/04/2026</a:t>
            </a:fld>
            <a:endParaRPr lang="zh-CN" altLang="en-US" sz="2435">
              <a:solidFill>
                <a:srgbClr val="FFFFFF"/>
              </a:solidFill>
            </a:endParaRPr>
          </a:p>
        </p:txBody>
      </p:sp>
      <p:sp>
        <p:nvSpPr>
          <p:cNvPr id="5" name="页脚占位符 4"/>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6" name="灯片编号占位符 5"/>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6" y="274644"/>
            <a:ext cx="10972801" cy="1143000"/>
          </a:xfrm>
          <a:prstGeom prst="rect">
            <a:avLst/>
          </a:prstGeom>
        </p:spPr>
        <p:txBody>
          <a:bodyPr>
            <a:normAutofit/>
          </a:bodyPr>
          <a:lstStyle/>
          <a:p>
            <a:r>
              <a:rPr lang="vi-VN" altLang="vi-VN">
                <a:latin typeface="Noto Sans"/>
                <a:ea typeface="Noto Sans"/>
              </a:rPr>
              <a:t>Bấm vào đây để chỉnh</a:t>
            </a:r>
          </a:p>
        </p:txBody>
      </p:sp>
      <p:sp>
        <p:nvSpPr>
          <p:cNvPr id="3" name="内容占位符 2"/>
          <p:cNvSpPr>
            <a:spLocks noGrp="1"/>
          </p:cNvSpPr>
          <p:nvPr>
            <p:ph sz="half" idx="1"/>
          </p:nvPr>
        </p:nvSpPr>
        <p:spPr>
          <a:xfrm>
            <a:off x="609604" y="1260483"/>
            <a:ext cx="5384800" cy="3563938"/>
          </a:xfrm>
          <a:prstGeom prst="rect">
            <a:avLst/>
          </a:prstGeom>
        </p:spPr>
        <p:txBody>
          <a:bodyPr>
            <a:normAutofit/>
          </a:bodyPr>
          <a:lstStyle>
            <a:lvl1pPr>
              <a:defRPr sz="3810"/>
            </a:lvl1pPr>
            <a:lvl2pPr>
              <a:defRPr sz="3280"/>
            </a:lvl2pPr>
            <a:lvl3pPr>
              <a:defRPr sz="2750"/>
            </a:lvl3pPr>
            <a:lvl4pPr>
              <a:defRPr sz="2435"/>
            </a:lvl4pPr>
            <a:lvl5pPr>
              <a:defRPr sz="2435"/>
            </a:lvl5pPr>
            <a:lvl6pPr>
              <a:defRPr sz="2435"/>
            </a:lvl6pPr>
            <a:lvl7pPr>
              <a:defRPr sz="2435"/>
            </a:lvl7pPr>
            <a:lvl8pPr>
              <a:defRPr sz="2435"/>
            </a:lvl8pPr>
            <a:lvl9pPr>
              <a:defRPr sz="2435"/>
            </a:lvl9pPr>
          </a:lstStyle>
          <a:p>
            <a:pPr lvl="0"/>
            <a:r>
              <a:rPr lang="vi-VN" altLang="vi-VN" sz="3400">
                <a:latin typeface="Noto Sans"/>
                <a:ea typeface="Noto Sans"/>
              </a:rPr>
              <a:t>Bấm vào đây</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内容占位符 3"/>
          <p:cNvSpPr>
            <a:spLocks noGrp="1"/>
          </p:cNvSpPr>
          <p:nvPr>
            <p:ph sz="half" idx="2"/>
          </p:nvPr>
        </p:nvSpPr>
        <p:spPr>
          <a:xfrm>
            <a:off x="6197605" y="1260483"/>
            <a:ext cx="5384800" cy="3563938"/>
          </a:xfrm>
          <a:prstGeom prst="rect">
            <a:avLst/>
          </a:prstGeom>
        </p:spPr>
        <p:txBody>
          <a:bodyPr>
            <a:normAutofit/>
          </a:bodyPr>
          <a:lstStyle>
            <a:lvl1pPr>
              <a:defRPr sz="3810"/>
            </a:lvl1pPr>
            <a:lvl2pPr>
              <a:defRPr sz="3280"/>
            </a:lvl2pPr>
            <a:lvl3pPr>
              <a:defRPr sz="2750"/>
            </a:lvl3pPr>
            <a:lvl4pPr>
              <a:defRPr sz="2435"/>
            </a:lvl4pPr>
            <a:lvl5pPr>
              <a:defRPr sz="2435"/>
            </a:lvl5pPr>
            <a:lvl6pPr>
              <a:defRPr sz="2435"/>
            </a:lvl6pPr>
            <a:lvl7pPr>
              <a:defRPr sz="2435"/>
            </a:lvl7pPr>
            <a:lvl8pPr>
              <a:defRPr sz="2435"/>
            </a:lvl8pPr>
            <a:lvl9pPr>
              <a:defRPr sz="2435"/>
            </a:lvl9pPr>
          </a:lstStyle>
          <a:p>
            <a:pPr lvl="0"/>
            <a:r>
              <a:rPr lang="vi-VN" altLang="vi-VN" sz="3400">
                <a:latin typeface="Noto Sans"/>
                <a:ea typeface="Noto Sans"/>
              </a:rPr>
              <a:t>Bấm vào đây</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5" name="日期占位符 4"/>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43DD2059-F0A1-4694-B4BD-0950B893F1D9}" type="datetime1">
              <a:rPr lang="vi-VN" altLang="vi-VN" sz="2300" smtClean="0">
                <a:solidFill>
                  <a:srgbClr val="FFFFFF"/>
                </a:solidFill>
                <a:latin typeface="Noto Sans"/>
                <a:ea typeface="Noto Sans"/>
              </a:rPr>
              <a:t>21/04/2026</a:t>
            </a:fld>
            <a:endParaRPr lang="zh-CN" altLang="en-US" sz="2435">
              <a:solidFill>
                <a:srgbClr val="FFFFFF"/>
              </a:solidFill>
            </a:endParaRPr>
          </a:p>
        </p:txBody>
      </p:sp>
      <p:sp>
        <p:nvSpPr>
          <p:cNvPr id="6" name="页脚占位符 5"/>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7" name="灯片编号占位符 6"/>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6" y="274644"/>
            <a:ext cx="10972801" cy="1143000"/>
          </a:xfrm>
          <a:prstGeom prst="rect">
            <a:avLst/>
          </a:prstGeom>
        </p:spPr>
        <p:txBody>
          <a:bodyPr>
            <a:normAutofit/>
          </a:bodyPr>
          <a:lstStyle>
            <a:lvl1pPr>
              <a:defRPr/>
            </a:lvl1pPr>
          </a:lstStyle>
          <a:p>
            <a:r>
              <a:rPr lang="vi-VN" altLang="vi-VN">
                <a:latin typeface="Noto Sans"/>
                <a:ea typeface="Noto Sans"/>
              </a:rPr>
              <a:t>Bấm vào đây để chỉnh</a:t>
            </a:r>
          </a:p>
        </p:txBody>
      </p:sp>
      <p:sp>
        <p:nvSpPr>
          <p:cNvPr id="3" name="文本占位符 2"/>
          <p:cNvSpPr>
            <a:spLocks noGrp="1"/>
          </p:cNvSpPr>
          <p:nvPr>
            <p:ph type="body" idx="1"/>
          </p:nvPr>
        </p:nvSpPr>
        <p:spPr>
          <a:xfrm>
            <a:off x="609604" y="1535117"/>
            <a:ext cx="5386918" cy="639763"/>
          </a:xfrm>
          <a:prstGeom prst="rect">
            <a:avLst/>
          </a:prstGeom>
        </p:spPr>
        <p:txBody>
          <a:bodyPr anchor="t">
            <a:normAutofit/>
          </a:bodyPr>
          <a:lstStyle>
            <a:lvl1pPr marL="0" indent="0">
              <a:buNone/>
              <a:defRPr sz="3280" b="1"/>
            </a:lvl1pPr>
            <a:lvl2pPr marL="622935" indent="0">
              <a:buNone/>
              <a:defRPr sz="2750" b="1"/>
            </a:lvl2pPr>
            <a:lvl3pPr marL="1245235" indent="0">
              <a:buNone/>
              <a:defRPr sz="2435" b="1"/>
            </a:lvl3pPr>
            <a:lvl4pPr marL="1868170" indent="0">
              <a:buNone/>
              <a:defRPr sz="2220" b="1"/>
            </a:lvl4pPr>
            <a:lvl5pPr marL="2490470" indent="0">
              <a:buNone/>
              <a:defRPr sz="2220" b="1"/>
            </a:lvl5pPr>
            <a:lvl6pPr marL="3113405" indent="0">
              <a:buNone/>
              <a:defRPr sz="2220" b="1"/>
            </a:lvl6pPr>
            <a:lvl7pPr marL="3735705" indent="0">
              <a:buNone/>
              <a:defRPr sz="2220" b="1"/>
            </a:lvl7pPr>
            <a:lvl8pPr marL="4358640" indent="0">
              <a:buNone/>
              <a:defRPr sz="2220" b="1"/>
            </a:lvl8pPr>
            <a:lvl9pPr marL="4980940" indent="0">
              <a:buNone/>
              <a:defRPr sz="2220" b="1"/>
            </a:lvl9pPr>
          </a:lstStyle>
          <a:p>
            <a:pPr lvl="0"/>
            <a:r>
              <a:rPr lang="vi-VN" altLang="vi-VN">
                <a:latin typeface="Noto Sans"/>
                <a:ea typeface="Noto Sans"/>
              </a:rPr>
              <a:t>Bấm vào đây để chỉnh</a:t>
            </a:r>
          </a:p>
        </p:txBody>
      </p:sp>
      <p:sp>
        <p:nvSpPr>
          <p:cNvPr id="4" name="内容占位符 3"/>
          <p:cNvSpPr>
            <a:spLocks noGrp="1"/>
          </p:cNvSpPr>
          <p:nvPr>
            <p:ph sz="half" idx="2"/>
          </p:nvPr>
        </p:nvSpPr>
        <p:spPr>
          <a:xfrm>
            <a:off x="609604" y="2174879"/>
            <a:ext cx="5386918" cy="3951288"/>
          </a:xfrm>
          <a:prstGeom prst="rect">
            <a:avLst/>
          </a:prstGeom>
        </p:spPr>
        <p:txBody>
          <a:bodyPr>
            <a:normAutofit/>
          </a:bodyPr>
          <a:lstStyle>
            <a:lvl1pPr>
              <a:defRPr sz="3280"/>
            </a:lvl1pPr>
            <a:lvl2pPr>
              <a:defRPr sz="2750"/>
            </a:lvl2pPr>
            <a:lvl3pPr>
              <a:defRPr sz="2435"/>
            </a:lvl3pPr>
            <a:lvl4pPr>
              <a:defRPr sz="2220"/>
            </a:lvl4pPr>
            <a:lvl5pPr>
              <a:defRPr sz="2220"/>
            </a:lvl5pPr>
            <a:lvl6pPr>
              <a:defRPr sz="2220"/>
            </a:lvl6pPr>
            <a:lvl7pPr>
              <a:defRPr sz="2220"/>
            </a:lvl7pPr>
            <a:lvl8pPr>
              <a:defRPr sz="2220"/>
            </a:lvl8pPr>
            <a:lvl9pPr>
              <a:defRPr sz="2220"/>
            </a:lvl9pPr>
          </a:lstStyle>
          <a:p>
            <a:pPr lvl="0"/>
            <a:r>
              <a:rPr lang="vi-VN" altLang="vi-VN">
                <a:latin typeface="Noto Sans"/>
                <a:ea typeface="Noto Sans"/>
              </a:rPr>
              <a:t>Bấm vào đây để 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5" name="文本占位符 4"/>
          <p:cNvSpPr>
            <a:spLocks noGrp="1"/>
          </p:cNvSpPr>
          <p:nvPr>
            <p:ph type="body" sz="quarter" idx="3"/>
          </p:nvPr>
        </p:nvSpPr>
        <p:spPr>
          <a:xfrm>
            <a:off x="6193377" y="1535117"/>
            <a:ext cx="5389033" cy="639763"/>
          </a:xfrm>
          <a:prstGeom prst="rect">
            <a:avLst/>
          </a:prstGeom>
        </p:spPr>
        <p:txBody>
          <a:bodyPr anchor="t">
            <a:normAutofit/>
          </a:bodyPr>
          <a:lstStyle>
            <a:lvl1pPr marL="0" indent="0">
              <a:buNone/>
              <a:defRPr sz="3280" b="1"/>
            </a:lvl1pPr>
            <a:lvl2pPr marL="622935" indent="0">
              <a:buNone/>
              <a:defRPr sz="2750" b="1"/>
            </a:lvl2pPr>
            <a:lvl3pPr marL="1245235" indent="0">
              <a:buNone/>
              <a:defRPr sz="2435" b="1"/>
            </a:lvl3pPr>
            <a:lvl4pPr marL="1868170" indent="0">
              <a:buNone/>
              <a:defRPr sz="2220" b="1"/>
            </a:lvl4pPr>
            <a:lvl5pPr marL="2490470" indent="0">
              <a:buNone/>
              <a:defRPr sz="2220" b="1"/>
            </a:lvl5pPr>
            <a:lvl6pPr marL="3113405" indent="0">
              <a:buNone/>
              <a:defRPr sz="2220" b="1"/>
            </a:lvl6pPr>
            <a:lvl7pPr marL="3735705" indent="0">
              <a:buNone/>
              <a:defRPr sz="2220" b="1"/>
            </a:lvl7pPr>
            <a:lvl8pPr marL="4358640" indent="0">
              <a:buNone/>
              <a:defRPr sz="2220" b="1"/>
            </a:lvl8pPr>
            <a:lvl9pPr marL="4980940" indent="0">
              <a:buNone/>
              <a:defRPr sz="2220" b="1"/>
            </a:lvl9pPr>
          </a:lstStyle>
          <a:p>
            <a:pPr lvl="0"/>
            <a:r>
              <a:rPr lang="vi-VN" altLang="vi-VN">
                <a:latin typeface="Noto Sans"/>
                <a:ea typeface="Noto Sans"/>
              </a:rPr>
              <a:t>Bấm vào đây để chỉnh</a:t>
            </a:r>
          </a:p>
        </p:txBody>
      </p:sp>
      <p:sp>
        <p:nvSpPr>
          <p:cNvPr id="6" name="内容占位符 5"/>
          <p:cNvSpPr>
            <a:spLocks noGrp="1"/>
          </p:cNvSpPr>
          <p:nvPr>
            <p:ph sz="quarter" idx="4"/>
          </p:nvPr>
        </p:nvSpPr>
        <p:spPr>
          <a:xfrm>
            <a:off x="6193377" y="2174879"/>
            <a:ext cx="5389033" cy="3951288"/>
          </a:xfrm>
          <a:prstGeom prst="rect">
            <a:avLst/>
          </a:prstGeom>
        </p:spPr>
        <p:txBody>
          <a:bodyPr>
            <a:normAutofit/>
          </a:bodyPr>
          <a:lstStyle>
            <a:lvl1pPr>
              <a:defRPr sz="3280"/>
            </a:lvl1pPr>
            <a:lvl2pPr>
              <a:defRPr sz="2750"/>
            </a:lvl2pPr>
            <a:lvl3pPr>
              <a:defRPr sz="2435"/>
            </a:lvl3pPr>
            <a:lvl4pPr>
              <a:defRPr sz="2220"/>
            </a:lvl4pPr>
            <a:lvl5pPr>
              <a:defRPr sz="2220"/>
            </a:lvl5pPr>
            <a:lvl6pPr>
              <a:defRPr sz="2220"/>
            </a:lvl6pPr>
            <a:lvl7pPr>
              <a:defRPr sz="2220"/>
            </a:lvl7pPr>
            <a:lvl8pPr>
              <a:defRPr sz="2220"/>
            </a:lvl8pPr>
            <a:lvl9pPr>
              <a:defRPr sz="2220"/>
            </a:lvl9pPr>
          </a:lstStyle>
          <a:p>
            <a:pPr lvl="0"/>
            <a:r>
              <a:rPr lang="vi-VN" altLang="vi-VN">
                <a:latin typeface="Noto Sans"/>
                <a:ea typeface="Noto Sans"/>
              </a:rPr>
              <a:t>Bấm vào đây để 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7" name="日期占位符 6"/>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1372D04F-57C6-49F4-A47B-4D51116AA79A}" type="datetime1">
              <a:rPr lang="vi-VN" altLang="vi-VN" sz="2300" smtClean="0">
                <a:solidFill>
                  <a:srgbClr val="FFFFFF"/>
                </a:solidFill>
                <a:latin typeface="Noto Sans"/>
                <a:ea typeface="Noto Sans"/>
              </a:rPr>
              <a:t>21/04/2026</a:t>
            </a:fld>
            <a:endParaRPr lang="zh-CN" altLang="en-US" sz="2435">
              <a:solidFill>
                <a:srgbClr val="FFFFFF"/>
              </a:solidFill>
            </a:endParaRPr>
          </a:p>
        </p:txBody>
      </p:sp>
      <p:sp>
        <p:nvSpPr>
          <p:cNvPr id="8" name="页脚占位符 7"/>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9" name="灯片编号占位符 8"/>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6" y="274644"/>
            <a:ext cx="10972801" cy="1143000"/>
          </a:xfrm>
          <a:prstGeom prst="rect">
            <a:avLst/>
          </a:prstGeom>
        </p:spPr>
        <p:txBody>
          <a:bodyPr>
            <a:normAutofit/>
          </a:bodyPr>
          <a:lstStyle/>
          <a:p>
            <a:r>
              <a:rPr lang="vi-VN" altLang="vi-VN">
                <a:latin typeface="Noto Sans"/>
                <a:ea typeface="Noto Sans"/>
              </a:rPr>
              <a:t>Bấm vào đây để chỉnh</a:t>
            </a:r>
          </a:p>
        </p:txBody>
      </p:sp>
      <p:sp>
        <p:nvSpPr>
          <p:cNvPr id="3" name="日期占位符 2"/>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A339AE40-930C-4A8B-A4B5-04159297C1D4}" type="datetime1">
              <a:rPr lang="vi-VN" altLang="vi-VN" sz="2300" smtClean="0">
                <a:solidFill>
                  <a:srgbClr val="FFFFFF"/>
                </a:solidFill>
                <a:latin typeface="Noto Sans"/>
                <a:ea typeface="Noto Sans"/>
              </a:rPr>
              <a:t>21/04/2026</a:t>
            </a:fld>
            <a:endParaRPr lang="zh-CN" altLang="en-US" sz="2435">
              <a:solidFill>
                <a:srgbClr val="FFFFFF"/>
              </a:solidFill>
            </a:endParaRPr>
          </a:p>
        </p:txBody>
      </p:sp>
      <p:sp>
        <p:nvSpPr>
          <p:cNvPr id="4" name="页脚占位符 3"/>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5" name="灯片编号占位符 4"/>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29FC5C7B-435D-441B-9C7A-6E859082E4DB}" type="datetime1">
              <a:rPr lang="vi-VN" altLang="vi-VN" sz="2300" smtClean="0">
                <a:solidFill>
                  <a:srgbClr val="FFFFFF"/>
                </a:solidFill>
                <a:latin typeface="Noto Sans"/>
                <a:ea typeface="Noto Sans"/>
              </a:rPr>
              <a:t>21/04/2026</a:t>
            </a:fld>
            <a:endParaRPr lang="zh-CN" altLang="en-US" sz="2435">
              <a:solidFill>
                <a:srgbClr val="FFFFFF"/>
              </a:solidFill>
            </a:endParaRPr>
          </a:p>
        </p:txBody>
      </p:sp>
      <p:sp>
        <p:nvSpPr>
          <p:cNvPr id="3" name="页脚占位符 2"/>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4" name="灯片编号占位符 3"/>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a:prstGeom prst="rect">
            <a:avLst/>
          </a:prstGeom>
        </p:spPr>
        <p:txBody>
          <a:bodyPr anchor="t">
            <a:normAutofit/>
          </a:bodyPr>
          <a:lstStyle>
            <a:lvl1pPr algn="l">
              <a:defRPr sz="2750" b="1"/>
            </a:lvl1pPr>
          </a:lstStyle>
          <a:p>
            <a:r>
              <a:rPr lang="vi-VN" altLang="vi-VN" sz="2500">
                <a:latin typeface="Noto Sans"/>
                <a:ea typeface="Noto Sans"/>
              </a:rPr>
              <a:t>Bấm vào đây để chỉnh sửa kiểu tiêu</a:t>
            </a:r>
          </a:p>
        </p:txBody>
      </p:sp>
      <p:sp>
        <p:nvSpPr>
          <p:cNvPr id="3" name="内容占位符 2"/>
          <p:cNvSpPr>
            <a:spLocks noGrp="1"/>
          </p:cNvSpPr>
          <p:nvPr>
            <p:ph idx="1"/>
          </p:nvPr>
        </p:nvSpPr>
        <p:spPr>
          <a:xfrm>
            <a:off x="4766737" y="273054"/>
            <a:ext cx="6815668" cy="5853113"/>
          </a:xfrm>
          <a:prstGeom prst="rect">
            <a:avLst/>
          </a:prstGeom>
        </p:spPr>
        <p:txBody>
          <a:bodyPr>
            <a:normAutofit/>
          </a:bodyPr>
          <a:lstStyle>
            <a:lvl1pPr>
              <a:defRPr sz="4340"/>
            </a:lvl1pPr>
            <a:lvl2pPr>
              <a:defRPr sz="3810"/>
            </a:lvl2pPr>
            <a:lvl3pPr>
              <a:defRPr sz="3280"/>
            </a:lvl3pPr>
            <a:lvl4pPr>
              <a:defRPr sz="2750"/>
            </a:lvl4pPr>
            <a:lvl5pPr>
              <a:defRPr sz="2750"/>
            </a:lvl5pPr>
            <a:lvl6pPr>
              <a:defRPr sz="2750"/>
            </a:lvl6pPr>
            <a:lvl7pPr>
              <a:defRPr sz="2750"/>
            </a:lvl7pPr>
            <a:lvl8pPr>
              <a:defRPr sz="2750"/>
            </a:lvl8pPr>
            <a:lvl9pPr>
              <a:defRPr sz="2750"/>
            </a:lvl9pPr>
          </a:lstStyle>
          <a:p>
            <a:pPr lvl="0"/>
            <a:r>
              <a:rPr lang="vi-VN" altLang="vi-VN">
                <a:latin typeface="Noto Sans"/>
                <a:ea typeface="Noto Sans"/>
              </a:rPr>
              <a:t>Bấm vào đây để 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文本占位符 3"/>
          <p:cNvSpPr>
            <a:spLocks noGrp="1"/>
          </p:cNvSpPr>
          <p:nvPr>
            <p:ph type="body" sz="half" idx="2"/>
          </p:nvPr>
        </p:nvSpPr>
        <p:spPr>
          <a:xfrm>
            <a:off x="609602" y="1435100"/>
            <a:ext cx="4011084" cy="4691063"/>
          </a:xfrm>
          <a:prstGeom prst="rect">
            <a:avLst/>
          </a:prstGeom>
        </p:spPr>
        <p:txBody>
          <a:bodyPr>
            <a:normAutofit/>
          </a:bodyPr>
          <a:lstStyle>
            <a:lvl1pPr marL="0" indent="0">
              <a:buNone/>
              <a:defRPr sz="1905"/>
            </a:lvl1pPr>
            <a:lvl2pPr marL="622935" indent="0">
              <a:buNone/>
              <a:defRPr sz="1585"/>
            </a:lvl2pPr>
            <a:lvl3pPr marL="1245235" indent="0">
              <a:buNone/>
              <a:defRPr sz="1375"/>
            </a:lvl3pPr>
            <a:lvl4pPr marL="1868170" indent="0">
              <a:buNone/>
              <a:defRPr sz="1270"/>
            </a:lvl4pPr>
            <a:lvl5pPr marL="2490470" indent="0">
              <a:buNone/>
              <a:defRPr sz="1270"/>
            </a:lvl5pPr>
            <a:lvl6pPr marL="3113405" indent="0">
              <a:buNone/>
              <a:defRPr sz="1270"/>
            </a:lvl6pPr>
            <a:lvl7pPr marL="3735705" indent="0">
              <a:buNone/>
              <a:defRPr sz="1270"/>
            </a:lvl7pPr>
            <a:lvl8pPr marL="4358640" indent="0">
              <a:buNone/>
              <a:defRPr sz="1270"/>
            </a:lvl8pPr>
            <a:lvl9pPr marL="4980940" indent="0">
              <a:buNone/>
              <a:defRPr sz="1270"/>
            </a:lvl9pPr>
          </a:lstStyle>
          <a:p>
            <a:pPr lvl="0"/>
            <a:r>
              <a:rPr lang="vi-VN" altLang="vi-VN" sz="1800">
                <a:latin typeface="Noto Sans"/>
                <a:ea typeface="Noto Sans"/>
              </a:rPr>
              <a:t>Bấm vào đây để chỉnh sửa</a:t>
            </a:r>
          </a:p>
        </p:txBody>
      </p:sp>
      <p:sp>
        <p:nvSpPr>
          <p:cNvPr id="5" name="日期占位符 4"/>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A62C3360-4E45-4F3D-A89F-3F3E9C37DF03}" type="datetime1">
              <a:rPr lang="vi-VN" altLang="vi-VN" sz="2300" smtClean="0">
                <a:solidFill>
                  <a:srgbClr val="FFFFFF"/>
                </a:solidFill>
                <a:latin typeface="Noto Sans"/>
                <a:ea typeface="Noto Sans"/>
              </a:rPr>
              <a:t>21/04/2026</a:t>
            </a:fld>
            <a:endParaRPr lang="zh-CN" altLang="en-US" sz="2435">
              <a:solidFill>
                <a:srgbClr val="FFFFFF"/>
              </a:solidFill>
            </a:endParaRPr>
          </a:p>
        </p:txBody>
      </p:sp>
      <p:sp>
        <p:nvSpPr>
          <p:cNvPr id="6" name="页脚占位符 5"/>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7" name="灯片编号占位符 6"/>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9" y="4800606"/>
            <a:ext cx="7315200" cy="566738"/>
          </a:xfrm>
          <a:prstGeom prst="rect">
            <a:avLst/>
          </a:prstGeom>
        </p:spPr>
        <p:txBody>
          <a:bodyPr anchor="t">
            <a:normAutofit/>
          </a:bodyPr>
          <a:lstStyle>
            <a:lvl1pPr algn="l">
              <a:defRPr sz="2750" b="1"/>
            </a:lvl1pPr>
          </a:lstStyle>
          <a:p>
            <a:r>
              <a:rPr lang="vi-VN" altLang="vi-VN" sz="2500">
                <a:latin typeface="Noto Sans"/>
                <a:ea typeface="Noto Sans"/>
              </a:rPr>
              <a:t>Bấm vào đây để chỉnh sửa</a:t>
            </a:r>
          </a:p>
        </p:txBody>
      </p:sp>
      <p:sp>
        <p:nvSpPr>
          <p:cNvPr id="3" name="图片占位符 2"/>
          <p:cNvSpPr>
            <a:spLocks noGrp="1"/>
          </p:cNvSpPr>
          <p:nvPr>
            <p:ph type="pic" idx="1"/>
          </p:nvPr>
        </p:nvSpPr>
        <p:spPr>
          <a:xfrm>
            <a:off x="2389719" y="612780"/>
            <a:ext cx="7315200" cy="4114800"/>
          </a:xfrm>
          <a:prstGeom prst="rect">
            <a:avLst/>
          </a:prstGeom>
        </p:spPr>
        <p:txBody>
          <a:bodyPr/>
          <a:lstStyle>
            <a:lvl1pPr marL="0" indent="0">
              <a:buNone/>
              <a:defRPr sz="4340"/>
            </a:lvl1pPr>
            <a:lvl2pPr marL="622935" indent="0">
              <a:buNone/>
              <a:defRPr sz="3810"/>
            </a:lvl2pPr>
            <a:lvl3pPr marL="1245235" indent="0">
              <a:buNone/>
              <a:defRPr sz="3280"/>
            </a:lvl3pPr>
            <a:lvl4pPr marL="1868170" indent="0">
              <a:buNone/>
              <a:defRPr sz="2750"/>
            </a:lvl4pPr>
            <a:lvl5pPr marL="2490470" indent="0">
              <a:buNone/>
              <a:defRPr sz="2750"/>
            </a:lvl5pPr>
            <a:lvl6pPr marL="3113405" indent="0">
              <a:buNone/>
              <a:defRPr sz="2750"/>
            </a:lvl6pPr>
            <a:lvl7pPr marL="3735705" indent="0">
              <a:buNone/>
              <a:defRPr sz="2750"/>
            </a:lvl7pPr>
            <a:lvl8pPr marL="4358640" indent="0">
              <a:buNone/>
              <a:defRPr sz="2750"/>
            </a:lvl8pPr>
            <a:lvl9pPr marL="4980940" indent="0">
              <a:buNone/>
              <a:defRPr sz="2750"/>
            </a:lvl9pPr>
          </a:lstStyle>
          <a:p>
            <a:endParaRPr lang="zh-CN" altLang="en-US"/>
          </a:p>
        </p:txBody>
      </p:sp>
      <p:sp>
        <p:nvSpPr>
          <p:cNvPr id="4" name="文本占位符 3"/>
          <p:cNvSpPr>
            <a:spLocks noGrp="1"/>
          </p:cNvSpPr>
          <p:nvPr>
            <p:ph type="body" sz="half" idx="2"/>
          </p:nvPr>
        </p:nvSpPr>
        <p:spPr>
          <a:xfrm>
            <a:off x="2389719" y="5367341"/>
            <a:ext cx="7315200" cy="804862"/>
          </a:xfrm>
          <a:prstGeom prst="rect">
            <a:avLst/>
          </a:prstGeom>
        </p:spPr>
        <p:txBody>
          <a:bodyPr>
            <a:normAutofit/>
          </a:bodyPr>
          <a:lstStyle>
            <a:lvl1pPr marL="0" indent="0">
              <a:buNone/>
              <a:defRPr sz="1905"/>
            </a:lvl1pPr>
            <a:lvl2pPr marL="622935" indent="0">
              <a:buNone/>
              <a:defRPr sz="1585"/>
            </a:lvl2pPr>
            <a:lvl3pPr marL="1245235" indent="0">
              <a:buNone/>
              <a:defRPr sz="1375"/>
            </a:lvl3pPr>
            <a:lvl4pPr marL="1868170" indent="0">
              <a:buNone/>
              <a:defRPr sz="1270"/>
            </a:lvl4pPr>
            <a:lvl5pPr marL="2490470" indent="0">
              <a:buNone/>
              <a:defRPr sz="1270"/>
            </a:lvl5pPr>
            <a:lvl6pPr marL="3113405" indent="0">
              <a:buNone/>
              <a:defRPr sz="1270"/>
            </a:lvl6pPr>
            <a:lvl7pPr marL="3735705" indent="0">
              <a:buNone/>
              <a:defRPr sz="1270"/>
            </a:lvl7pPr>
            <a:lvl8pPr marL="4358640" indent="0">
              <a:buNone/>
              <a:defRPr sz="1270"/>
            </a:lvl8pPr>
            <a:lvl9pPr marL="4980940" indent="0">
              <a:buNone/>
              <a:defRPr sz="1270"/>
            </a:lvl9pPr>
          </a:lstStyle>
          <a:p>
            <a:pPr lvl="0"/>
            <a:r>
              <a:rPr lang="vi-VN" altLang="vi-VN">
                <a:latin typeface="Noto Sans"/>
                <a:ea typeface="Noto Sans"/>
              </a:rPr>
              <a:t>Bấm vào đây để chỉnh sửa kiểu văn bản chính</a:t>
            </a:r>
          </a:p>
        </p:txBody>
      </p:sp>
      <p:sp>
        <p:nvSpPr>
          <p:cNvPr id="5" name="日期占位符 4"/>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271E5CCB-6E02-4D26-9DD2-D1EE3CB49C5E}" type="datetime1">
              <a:rPr lang="vi-VN" altLang="vi-VN" sz="2300" smtClean="0">
                <a:solidFill>
                  <a:srgbClr val="FFFFFF"/>
                </a:solidFill>
                <a:latin typeface="Noto Sans"/>
                <a:ea typeface="Noto Sans"/>
              </a:rPr>
              <a:t>21/04/2026</a:t>
            </a:fld>
            <a:endParaRPr lang="zh-CN" altLang="en-US" sz="2435">
              <a:solidFill>
                <a:srgbClr val="FFFFFF"/>
              </a:solidFill>
            </a:endParaRPr>
          </a:p>
        </p:txBody>
      </p:sp>
      <p:sp>
        <p:nvSpPr>
          <p:cNvPr id="6" name="页脚占位符 5"/>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7" name="灯片编号占位符 6"/>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6" y="274644"/>
            <a:ext cx="10972801" cy="1143000"/>
          </a:xfrm>
          <a:prstGeom prst="rect">
            <a:avLst/>
          </a:prstGeom>
        </p:spPr>
        <p:txBody>
          <a:bodyPr>
            <a:normAutofit/>
          </a:bodyPr>
          <a:lstStyle/>
          <a:p>
            <a:r>
              <a:rPr lang="vi-VN" altLang="vi-VN">
                <a:latin typeface="Noto Sans"/>
                <a:ea typeface="Noto Sans"/>
              </a:rPr>
              <a:t>Bấm vào đây để chỉnh</a:t>
            </a:r>
          </a:p>
        </p:txBody>
      </p:sp>
      <p:sp>
        <p:nvSpPr>
          <p:cNvPr id="3" name="竖排文字占位符 2"/>
          <p:cNvSpPr>
            <a:spLocks noGrp="1"/>
          </p:cNvSpPr>
          <p:nvPr>
            <p:ph type="body" orient="vert" idx="1"/>
          </p:nvPr>
        </p:nvSpPr>
        <p:spPr>
          <a:xfrm>
            <a:off x="609606" y="1600202"/>
            <a:ext cx="10972801" cy="4525963"/>
          </a:xfrm>
          <a:prstGeom prst="rect">
            <a:avLst/>
          </a:prstGeom>
        </p:spPr>
        <p:txBody>
          <a:bodyPr vert="vert">
            <a:normAutofit/>
          </a:bodyPr>
          <a:lstStyle/>
          <a:p>
            <a:pPr lvl="0"/>
            <a:r>
              <a:rPr lang="vi-VN" altLang="vi-VN" sz="3000">
                <a:latin typeface="Noto Sans"/>
                <a:ea typeface="Noto Sans"/>
              </a:rPr>
              <a:t>Bấm vào đây để chỉnh sửa kiểu văn bản</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日期占位符 3"/>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0E665E74-96B4-4B21-B3B8-07F5BD7B6144}" type="datetime1">
              <a:rPr lang="vi-VN" altLang="vi-VN" sz="2300" smtClean="0">
                <a:solidFill>
                  <a:srgbClr val="FFFFFF"/>
                </a:solidFill>
                <a:latin typeface="Noto Sans"/>
                <a:ea typeface="Noto Sans"/>
              </a:rPr>
              <a:t>21/04/2026</a:t>
            </a:fld>
            <a:endParaRPr lang="zh-CN" altLang="en-US" sz="2435">
              <a:solidFill>
                <a:srgbClr val="FFFFFF"/>
              </a:solidFill>
            </a:endParaRPr>
          </a:p>
        </p:txBody>
      </p:sp>
      <p:sp>
        <p:nvSpPr>
          <p:cNvPr id="5" name="页脚占位符 4"/>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6" name="灯片编号占位符 5"/>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5" y="215906"/>
            <a:ext cx="2743201" cy="4608514"/>
          </a:xfrm>
          <a:prstGeom prst="rect">
            <a:avLst/>
          </a:prstGeom>
        </p:spPr>
        <p:txBody>
          <a:bodyPr vert="vert">
            <a:normAutofit/>
          </a:bodyPr>
          <a:lstStyle/>
          <a:p>
            <a:r>
              <a:rPr lang="vi-VN" altLang="vi-VN" sz="5400">
                <a:latin typeface="Noto Sans"/>
                <a:ea typeface="Noto Sans"/>
              </a:rPr>
              <a:t>Bấm vào</a:t>
            </a:r>
          </a:p>
        </p:txBody>
      </p:sp>
      <p:sp>
        <p:nvSpPr>
          <p:cNvPr id="3" name="竖排文字占位符 2"/>
          <p:cNvSpPr>
            <a:spLocks noGrp="1"/>
          </p:cNvSpPr>
          <p:nvPr>
            <p:ph type="body" orient="vert" idx="1"/>
          </p:nvPr>
        </p:nvSpPr>
        <p:spPr>
          <a:xfrm>
            <a:off x="609599" y="215906"/>
            <a:ext cx="8026400" cy="4608514"/>
          </a:xfrm>
          <a:prstGeom prst="rect">
            <a:avLst/>
          </a:prstGeom>
        </p:spPr>
        <p:txBody>
          <a:bodyPr vert="vert">
            <a:normAutofit/>
          </a:bodyPr>
          <a:lstStyle/>
          <a:p>
            <a:pPr lvl="0"/>
            <a:r>
              <a:rPr lang="vi-VN" altLang="vi-VN" sz="3000">
                <a:latin typeface="Noto Sans"/>
                <a:ea typeface="Noto Sans"/>
              </a:rPr>
              <a:t>Bấm vào đây để chỉnh sửa kiểu văn bản</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日期占位符 3"/>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D6388E92-2330-4092-9095-440D73BFCC2F}" type="datetime1">
              <a:rPr lang="vi-VN" altLang="vi-VN" sz="2300" smtClean="0">
                <a:solidFill>
                  <a:srgbClr val="FFFFFF"/>
                </a:solidFill>
                <a:latin typeface="Noto Sans"/>
                <a:ea typeface="Noto Sans"/>
              </a:rPr>
              <a:t>21/04/2026</a:t>
            </a:fld>
            <a:endParaRPr lang="zh-CN" altLang="en-US" sz="2435">
              <a:solidFill>
                <a:srgbClr val="FFFFFF"/>
              </a:solidFill>
            </a:endParaRPr>
          </a:p>
        </p:txBody>
      </p:sp>
      <p:sp>
        <p:nvSpPr>
          <p:cNvPr id="5" name="页脚占位符 4"/>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6" name="灯片编号占位符 5"/>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52" name="矩形 51"/>
          <p:cNvSpPr/>
          <p:nvPr userDrawn="1"/>
        </p:nvSpPr>
        <p:spPr>
          <a:xfrm>
            <a:off x="0" y="6461393"/>
            <a:ext cx="12192001" cy="383061"/>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53" name="组合 52"/>
          <p:cNvGrpSpPr/>
          <p:nvPr userDrawn="1"/>
        </p:nvGrpSpPr>
        <p:grpSpPr>
          <a:xfrm>
            <a:off x="329513" y="996716"/>
            <a:ext cx="10327904" cy="60959"/>
            <a:chOff x="247135" y="747537"/>
            <a:chExt cx="7745928" cy="45719"/>
          </a:xfrm>
          <a:solidFill>
            <a:schemeClr val="accent3">
              <a:lumMod val="50000"/>
            </a:schemeClr>
          </a:solidFill>
        </p:grpSpPr>
        <p:cxnSp>
          <p:nvCxnSpPr>
            <p:cNvPr id="54" name="直接连接符 53"/>
            <p:cNvCxnSpPr/>
            <p:nvPr/>
          </p:nvCxnSpPr>
          <p:spPr>
            <a:xfrm flipH="1">
              <a:off x="247135" y="770396"/>
              <a:ext cx="7745928" cy="0"/>
            </a:xfrm>
            <a:prstGeom prst="line">
              <a:avLst/>
            </a:prstGeom>
            <a:grpFill/>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247135" y="747537"/>
              <a:ext cx="3123921" cy="4571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t">
            <a:normAutofit/>
          </a:bodyPr>
          <a:lstStyle>
            <a:lvl1pPr algn="ctr">
              <a:defRPr sz="6000"/>
            </a:lvl1pPr>
          </a:lstStyle>
          <a:p>
            <a:r>
              <a:rPr lang="vi-VN" altLang="vi-VN">
                <a:latin typeface="Noto Sans"/>
                <a:ea typeface="Noto Sans"/>
              </a:rPr>
              <a:t>Bấm vào đây để chỉnh sửa kiểu tiêu đề chính</a:t>
            </a:r>
            <a:endParaRPr lang="en-US"/>
          </a:p>
        </p:txBody>
      </p:sp>
      <p:sp>
        <p:nvSpPr>
          <p:cNvPr id="3" name="Subtitle 2"/>
          <p:cNvSpPr>
            <a:spLocks noGrp="1"/>
          </p:cNvSpPr>
          <p:nvPr>
            <p:ph type="subTitle" idx="1" hasCustomPrompt="1"/>
          </p:nvPr>
        </p:nvSpPr>
        <p:spPr>
          <a:xfrm>
            <a:off x="1524000" y="3602037"/>
            <a:ext cx="9144000" cy="1655763"/>
          </a:xfrm>
        </p:spPr>
        <p:txBody>
          <a:bodyPr>
            <a:norm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ltLang="vi-VN">
                <a:latin typeface="Noto Sans"/>
                <a:ea typeface="Noto Sans"/>
              </a:rPr>
              <a:t>Nhấp để chỉnh sửa kiểu phụ đề chính</a:t>
            </a:r>
            <a:endParaRPr lang="en-US"/>
          </a:p>
        </p:txBody>
      </p:sp>
      <p:sp>
        <p:nvSpPr>
          <p:cNvPr id="4" name="Date Placeholder 3"/>
          <p:cNvSpPr>
            <a:spLocks noGrp="1"/>
          </p:cNvSpPr>
          <p:nvPr>
            <p:ph type="dt" sz="half" idx="10"/>
          </p:nvPr>
        </p:nvSpPr>
        <p:spPr/>
        <p:txBody>
          <a:bodyPr>
            <a:normAutofit/>
          </a:bodyPr>
          <a:lstStyle/>
          <a:p>
            <a:fld id="{D47FF8DC-A129-4D9D-B819-7A63882C815D}" type="datetime1">
              <a:rPr lang="vi-VN" altLang="vi-VN" sz="1100" smtClean="0">
                <a:latin typeface="Noto Sans"/>
                <a:ea typeface="Noto Sans"/>
              </a:rPr>
              <a:t>21/04/2026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ltLang="vi-VN">
                <a:latin typeface="Noto Sans"/>
                <a:ea typeface="Noto Sans"/>
              </a:rPr>
              <a:t>Bấm vào đây để chỉnh sửa kiểu tiêu</a:t>
            </a:r>
            <a:endParaRPr lang="en-US"/>
          </a:p>
        </p:txBody>
      </p:sp>
      <p:sp>
        <p:nvSpPr>
          <p:cNvPr id="3" name="Content Placeholder 2"/>
          <p:cNvSpPr>
            <a:spLocks noGrp="1"/>
          </p:cNvSpPr>
          <p:nvPr>
            <p:ph idx="1" hasCustomPrompt="1"/>
          </p:nvPr>
        </p:nvSpPr>
        <p:spPr/>
        <p:txBody>
          <a:bodyPr>
            <a:normAutofit/>
          </a:bodyPr>
          <a:lstStyle/>
          <a:p>
            <a:pPr lvl="0"/>
            <a:r>
              <a:rPr lang="vi-VN" altLang="vi-VN">
                <a:latin typeface="Noto Sans"/>
                <a:ea typeface="Noto Sans"/>
              </a:rPr>
              <a:t>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4" name="Date Placeholder 3"/>
          <p:cNvSpPr>
            <a:spLocks noGrp="1"/>
          </p:cNvSpPr>
          <p:nvPr>
            <p:ph type="dt" sz="half" idx="10"/>
          </p:nvPr>
        </p:nvSpPr>
        <p:spPr/>
        <p:txBody>
          <a:bodyPr>
            <a:normAutofit/>
          </a:bodyPr>
          <a:lstStyle/>
          <a:p>
            <a:fld id="{B17F8789-B10B-4ADD-AD30-C787F23BCD5E}" type="datetime1">
              <a:rPr lang="vi-VN" altLang="vi-VN" sz="1100" smtClean="0">
                <a:latin typeface="Noto Sans"/>
                <a:ea typeface="Noto Sans"/>
              </a:rPr>
              <a:t>21/04/2026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t">
            <a:normAutofit/>
          </a:bodyPr>
          <a:lstStyle>
            <a:lvl1pPr>
              <a:defRPr sz="6000"/>
            </a:lvl1pPr>
          </a:lstStyle>
          <a:p>
            <a:r>
              <a:rPr lang="vi-VN" altLang="vi-VN">
                <a:latin typeface="Noto Sans"/>
                <a:ea typeface="Noto Sans"/>
              </a:rPr>
              <a:t>Bấm vào đây để chỉnh</a:t>
            </a:r>
            <a:endParaRPr lang="en-US"/>
          </a:p>
        </p:txBody>
      </p:sp>
      <p:sp>
        <p:nvSpPr>
          <p:cNvPr id="3" name="Text Placeholder 2"/>
          <p:cNvSpPr>
            <a:spLocks noGrp="1"/>
          </p:cNvSpPr>
          <p:nvPr>
            <p:ph type="body" idx="1" hasCustomPrompt="1"/>
          </p:nvPr>
        </p:nvSpPr>
        <p:spPr>
          <a:xfrm>
            <a:off x="831851" y="4589464"/>
            <a:ext cx="10515600" cy="1500187"/>
          </a:xfrm>
        </p:spPr>
        <p:txBody>
          <a:bodyPr>
            <a:normAutofit/>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ltLang="vi-VN">
                <a:latin typeface="Noto Sans"/>
                <a:ea typeface="Noto Sans"/>
              </a:rPr>
              <a:t>Chỉnh sửa kiểu văn bản chính</a:t>
            </a:r>
          </a:p>
        </p:txBody>
      </p:sp>
      <p:sp>
        <p:nvSpPr>
          <p:cNvPr id="4" name="Date Placeholder 3"/>
          <p:cNvSpPr>
            <a:spLocks noGrp="1"/>
          </p:cNvSpPr>
          <p:nvPr>
            <p:ph type="dt" sz="half" idx="10"/>
          </p:nvPr>
        </p:nvSpPr>
        <p:spPr/>
        <p:txBody>
          <a:bodyPr>
            <a:normAutofit/>
          </a:bodyPr>
          <a:lstStyle/>
          <a:p>
            <a:fld id="{717694ED-44BE-402E-B489-E7F8ED30967E}" type="datetime1">
              <a:rPr lang="vi-VN" altLang="vi-VN" sz="1100" smtClean="0">
                <a:latin typeface="Noto Sans"/>
                <a:ea typeface="Noto Sans"/>
              </a:rPr>
              <a:t>21/04/2026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ltLang="vi-VN">
                <a:latin typeface="Noto Sans"/>
                <a:ea typeface="Noto Sans"/>
              </a:rPr>
              <a:t>Bấm vào đây để chỉnh sửa kiểu tiêu</a:t>
            </a:r>
            <a:endParaRPr lang="en-US"/>
          </a:p>
        </p:txBody>
      </p:sp>
      <p:sp>
        <p:nvSpPr>
          <p:cNvPr id="3" name="Content Placeholder 2"/>
          <p:cNvSpPr>
            <a:spLocks noGrp="1"/>
          </p:cNvSpPr>
          <p:nvPr>
            <p:ph sz="half" idx="1" hasCustomPrompt="1"/>
          </p:nvPr>
        </p:nvSpPr>
        <p:spPr>
          <a:xfrm>
            <a:off x="838200" y="1825625"/>
            <a:ext cx="5181600" cy="4351339"/>
          </a:xfrm>
        </p:spPr>
        <p:txBody>
          <a:bodyPr>
            <a:normAutofit/>
          </a:bodyPr>
          <a:lstStyle/>
          <a:p>
            <a:pPr lvl="0"/>
            <a:r>
              <a:rPr lang="vi-VN" altLang="vi-VN">
                <a:latin typeface="Noto Sans"/>
                <a:ea typeface="Noto Sans"/>
              </a:rPr>
              <a:t>Chỉnh sửa kiểu</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4" name="Content Placeholder 3"/>
          <p:cNvSpPr>
            <a:spLocks noGrp="1"/>
          </p:cNvSpPr>
          <p:nvPr>
            <p:ph sz="half" idx="2" hasCustomPrompt="1"/>
          </p:nvPr>
        </p:nvSpPr>
        <p:spPr>
          <a:xfrm>
            <a:off x="6172200" y="1825625"/>
            <a:ext cx="5181600" cy="4351339"/>
          </a:xfrm>
        </p:spPr>
        <p:txBody>
          <a:bodyPr>
            <a:normAutofit/>
          </a:bodyPr>
          <a:lstStyle/>
          <a:p>
            <a:pPr lvl="0"/>
            <a:r>
              <a:rPr lang="vi-VN" altLang="vi-VN">
                <a:latin typeface="Noto Sans"/>
                <a:ea typeface="Noto Sans"/>
              </a:rPr>
              <a:t>Chỉnh sửa kiểu</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5" name="Date Placeholder 4"/>
          <p:cNvSpPr>
            <a:spLocks noGrp="1"/>
          </p:cNvSpPr>
          <p:nvPr>
            <p:ph type="dt" sz="half" idx="10"/>
          </p:nvPr>
        </p:nvSpPr>
        <p:spPr/>
        <p:txBody>
          <a:bodyPr>
            <a:normAutofit/>
          </a:bodyPr>
          <a:lstStyle/>
          <a:p>
            <a:fld id="{749F3428-954B-4E56-AF9B-3EE8DAAFDC03}" type="datetime1">
              <a:rPr lang="vi-VN" altLang="vi-VN" sz="1100" smtClean="0">
                <a:latin typeface="Noto Sans"/>
                <a:ea typeface="Noto Sans"/>
              </a:rPr>
              <a:t>21/04/2026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ormAutofit/>
          </a:bodyPr>
          <a:lstStyle/>
          <a:p>
            <a:r>
              <a:rPr lang="vi-VN" altLang="vi-VN">
                <a:latin typeface="Noto Sans"/>
                <a:ea typeface="Noto Sans"/>
              </a:rPr>
              <a:t>Bấm vào đây để chỉnh sửa kiểu tiêu</a:t>
            </a:r>
            <a:endParaRPr lang="en-US"/>
          </a:p>
        </p:txBody>
      </p:sp>
      <p:sp>
        <p:nvSpPr>
          <p:cNvPr id="3" name="Text Placeholder 2"/>
          <p:cNvSpPr>
            <a:spLocks noGrp="1"/>
          </p:cNvSpPr>
          <p:nvPr>
            <p:ph type="body" idx="1" hasCustomPrompt="1"/>
          </p:nvPr>
        </p:nvSpPr>
        <p:spPr>
          <a:xfrm>
            <a:off x="839789" y="1681163"/>
            <a:ext cx="5157787" cy="823912"/>
          </a:xfrm>
        </p:spPr>
        <p:txBody>
          <a:bodyPr anchor="t">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ltLang="vi-VN">
                <a:latin typeface="Noto Sans"/>
                <a:ea typeface="Noto Sans"/>
              </a:rPr>
              <a:t>Chỉnh sửa kiểu văn bản chính</a:t>
            </a:r>
          </a:p>
        </p:txBody>
      </p:sp>
      <p:sp>
        <p:nvSpPr>
          <p:cNvPr id="4" name="Content Placeholder 3"/>
          <p:cNvSpPr>
            <a:spLocks noGrp="1"/>
          </p:cNvSpPr>
          <p:nvPr>
            <p:ph sz="half" idx="2" hasCustomPrompt="1"/>
          </p:nvPr>
        </p:nvSpPr>
        <p:spPr>
          <a:xfrm>
            <a:off x="839789" y="2505075"/>
            <a:ext cx="5157787" cy="3684588"/>
          </a:xfrm>
        </p:spPr>
        <p:txBody>
          <a:bodyPr>
            <a:normAutofit/>
          </a:bodyPr>
          <a:lstStyle/>
          <a:p>
            <a:pPr lvl="0"/>
            <a:r>
              <a:rPr lang="vi-VN" altLang="vi-VN">
                <a:latin typeface="Noto Sans"/>
                <a:ea typeface="Noto Sans"/>
              </a:rPr>
              <a:t>Chỉnh sửa kiểu</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5" name="Text Placeholder 4"/>
          <p:cNvSpPr>
            <a:spLocks noGrp="1"/>
          </p:cNvSpPr>
          <p:nvPr>
            <p:ph type="body" sz="quarter" idx="3" hasCustomPrompt="1"/>
          </p:nvPr>
        </p:nvSpPr>
        <p:spPr>
          <a:xfrm>
            <a:off x="6172200" y="1681163"/>
            <a:ext cx="5183188" cy="823912"/>
          </a:xfrm>
        </p:spPr>
        <p:txBody>
          <a:bodyPr anchor="t">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ltLang="vi-VN">
                <a:latin typeface="Noto Sans"/>
                <a:ea typeface="Noto Sans"/>
              </a:rPr>
              <a:t>Chỉnh sửa kiểu văn bản chính</a:t>
            </a:r>
          </a:p>
        </p:txBody>
      </p:sp>
      <p:sp>
        <p:nvSpPr>
          <p:cNvPr id="6" name="Content Placeholder 5"/>
          <p:cNvSpPr>
            <a:spLocks noGrp="1"/>
          </p:cNvSpPr>
          <p:nvPr>
            <p:ph sz="quarter" idx="4" hasCustomPrompt="1"/>
          </p:nvPr>
        </p:nvSpPr>
        <p:spPr>
          <a:xfrm>
            <a:off x="6172200" y="2505075"/>
            <a:ext cx="5183188" cy="3684588"/>
          </a:xfrm>
        </p:spPr>
        <p:txBody>
          <a:bodyPr>
            <a:normAutofit/>
          </a:bodyPr>
          <a:lstStyle/>
          <a:p>
            <a:pPr lvl="0"/>
            <a:r>
              <a:rPr lang="vi-VN" altLang="vi-VN">
                <a:latin typeface="Noto Sans"/>
                <a:ea typeface="Noto Sans"/>
              </a:rPr>
              <a:t>Chỉnh sửa kiểu</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7" name="Date Placeholder 6"/>
          <p:cNvSpPr>
            <a:spLocks noGrp="1"/>
          </p:cNvSpPr>
          <p:nvPr>
            <p:ph type="dt" sz="half" idx="10"/>
          </p:nvPr>
        </p:nvSpPr>
        <p:spPr/>
        <p:txBody>
          <a:bodyPr>
            <a:normAutofit/>
          </a:bodyPr>
          <a:lstStyle/>
          <a:p>
            <a:fld id="{F4E7EC50-B72D-45C7-B676-E6BFE7C1E5E1}" type="datetime1">
              <a:rPr lang="vi-VN" altLang="vi-VN" sz="1100" smtClean="0">
                <a:latin typeface="Noto Sans"/>
                <a:ea typeface="Noto Sans"/>
              </a:rPr>
              <a:t>21/04/2026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ltLang="vi-VN">
                <a:latin typeface="Noto Sans"/>
                <a:ea typeface="Noto Sans"/>
              </a:rPr>
              <a:t>Bấm vào đây để chỉnh sửa kiểu tiêu</a:t>
            </a:r>
            <a:endParaRPr lang="en-US"/>
          </a:p>
        </p:txBody>
      </p:sp>
      <p:sp>
        <p:nvSpPr>
          <p:cNvPr id="3" name="Date Placeholder 2"/>
          <p:cNvSpPr>
            <a:spLocks noGrp="1"/>
          </p:cNvSpPr>
          <p:nvPr>
            <p:ph type="dt" sz="half" idx="10"/>
          </p:nvPr>
        </p:nvSpPr>
        <p:spPr/>
        <p:txBody>
          <a:bodyPr>
            <a:normAutofit/>
          </a:bodyPr>
          <a:lstStyle/>
          <a:p>
            <a:fld id="{AD2D7B31-F25B-40BC-A982-D878D56529F4}" type="datetime1">
              <a:rPr lang="vi-VN" altLang="vi-VN" sz="1100" smtClean="0">
                <a:latin typeface="Noto Sans"/>
                <a:ea typeface="Noto Sans"/>
              </a:rPr>
              <a:t>21/04/2026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normAutofit/>
          </a:bodyPr>
          <a:lstStyle/>
          <a:p>
            <a:fld id="{CD4F535E-12BC-40EB-A6C5-2BE75143D74D}" type="datetime1">
              <a:rPr lang="vi-VN" altLang="vi-VN" sz="1100" smtClean="0">
                <a:latin typeface="Noto Sans"/>
                <a:ea typeface="Noto Sans"/>
              </a:rPr>
              <a:t>21/04/2026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t">
            <a:normAutofit/>
          </a:bodyPr>
          <a:lstStyle>
            <a:lvl1pPr>
              <a:defRPr sz="3200"/>
            </a:lvl1pPr>
          </a:lstStyle>
          <a:p>
            <a:r>
              <a:rPr lang="vi-VN" altLang="vi-VN" sz="2700">
                <a:latin typeface="Noto Sans"/>
                <a:ea typeface="Noto Sans"/>
              </a:rPr>
              <a:t>Bấm vào đây để chỉnh sửa kiểu tiêu đề</a:t>
            </a:r>
            <a:endParaRPr lang="en-US"/>
          </a:p>
        </p:txBody>
      </p:sp>
      <p:sp>
        <p:nvSpPr>
          <p:cNvPr id="3" name="Content Placeholder 2"/>
          <p:cNvSpPr>
            <a:spLocks noGrp="1"/>
          </p:cNvSpPr>
          <p:nvPr>
            <p:ph idx="1" hasCustomPrompt="1"/>
          </p:nvPr>
        </p:nvSpPr>
        <p:spPr>
          <a:xfrm>
            <a:off x="5183188" y="987425"/>
            <a:ext cx="6172200" cy="4873625"/>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ltLang="vi-VN">
                <a:latin typeface="Noto Sans"/>
                <a:ea typeface="Noto Sans"/>
              </a:rPr>
              <a:t>Chỉnh sửa kiểu</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4" name="Text Placeholder 3"/>
          <p:cNvSpPr>
            <a:spLocks noGrp="1"/>
          </p:cNvSpPr>
          <p:nvPr>
            <p:ph type="body" sz="half" idx="2" hasCustomPrompt="1"/>
          </p:nvPr>
        </p:nvSpPr>
        <p:spPr>
          <a:xfrm>
            <a:off x="839788" y="2057400"/>
            <a:ext cx="3932237" cy="381158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ltLang="vi-VN">
                <a:latin typeface="Noto Sans"/>
                <a:ea typeface="Noto Sans"/>
              </a:rPr>
              <a:t>Chỉnh sửa kiểu</a:t>
            </a:r>
          </a:p>
        </p:txBody>
      </p:sp>
      <p:sp>
        <p:nvSpPr>
          <p:cNvPr id="5" name="Date Placeholder 4"/>
          <p:cNvSpPr>
            <a:spLocks noGrp="1"/>
          </p:cNvSpPr>
          <p:nvPr>
            <p:ph type="dt" sz="half" idx="10"/>
          </p:nvPr>
        </p:nvSpPr>
        <p:spPr/>
        <p:txBody>
          <a:bodyPr>
            <a:normAutofit/>
          </a:bodyPr>
          <a:lstStyle/>
          <a:p>
            <a:fld id="{C078A67E-6247-466F-96D6-CBF4AECCE0EC}" type="datetime1">
              <a:rPr lang="vi-VN" altLang="vi-VN" sz="1100" smtClean="0">
                <a:latin typeface="Noto Sans"/>
                <a:ea typeface="Noto Sans"/>
              </a:rPr>
              <a:t>21/04/2026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t">
            <a:normAutofit/>
          </a:bodyPr>
          <a:lstStyle>
            <a:lvl1pPr>
              <a:defRPr sz="3200"/>
            </a:lvl1pPr>
          </a:lstStyle>
          <a:p>
            <a:r>
              <a:rPr lang="vi-VN" altLang="vi-VN" sz="2700">
                <a:latin typeface="Noto Sans"/>
                <a:ea typeface="Noto Sans"/>
              </a:rPr>
              <a:t>Bấm vào đây để chỉnh sửa kiểu tiêu đề</a:t>
            </a:r>
            <a:endParaRPr lang="en-US"/>
          </a:p>
        </p:txBody>
      </p:sp>
      <p:sp>
        <p:nvSpPr>
          <p:cNvPr id="3" name="Picture Placeholder 2"/>
          <p:cNvSpPr>
            <a:spLocks noGrp="1" noChangeAspect="1"/>
          </p:cNvSpPr>
          <p:nvPr>
            <p:ph type="pic" idx="1"/>
          </p:nvPr>
        </p:nvSpPr>
        <p:spPr>
          <a:xfrm>
            <a:off x="5183188" y="987425"/>
            <a:ext cx="6172200" cy="4873625"/>
          </a:xfrm>
        </p:spPr>
        <p:txBody>
          <a:bodyPr anchor="t">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vi-VN" altLang="vi-VN">
                <a:latin typeface="Noto Sans"/>
                <a:ea typeface="Noto Sans"/>
              </a:rPr>
              <a:t>Bấm vào biểu tượng để thêm</a:t>
            </a:r>
            <a:endParaRPr lang="en-US"/>
          </a:p>
        </p:txBody>
      </p:sp>
      <p:sp>
        <p:nvSpPr>
          <p:cNvPr id="4" name="Text Placeholder 3"/>
          <p:cNvSpPr>
            <a:spLocks noGrp="1"/>
          </p:cNvSpPr>
          <p:nvPr>
            <p:ph type="body" sz="half" idx="2" hasCustomPrompt="1"/>
          </p:nvPr>
        </p:nvSpPr>
        <p:spPr>
          <a:xfrm>
            <a:off x="839788" y="2057400"/>
            <a:ext cx="3932237" cy="381158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ltLang="vi-VN">
                <a:latin typeface="Noto Sans"/>
                <a:ea typeface="Noto Sans"/>
              </a:rPr>
              <a:t>Chỉnh sửa kiểu</a:t>
            </a:r>
          </a:p>
        </p:txBody>
      </p:sp>
      <p:sp>
        <p:nvSpPr>
          <p:cNvPr id="5" name="Date Placeholder 4"/>
          <p:cNvSpPr>
            <a:spLocks noGrp="1"/>
          </p:cNvSpPr>
          <p:nvPr>
            <p:ph type="dt" sz="half" idx="10"/>
          </p:nvPr>
        </p:nvSpPr>
        <p:spPr/>
        <p:txBody>
          <a:bodyPr>
            <a:normAutofit/>
          </a:bodyPr>
          <a:lstStyle/>
          <a:p>
            <a:fld id="{D35E8AC1-429B-4164-BA70-89B0AAE0A3A2}" type="datetime1">
              <a:rPr lang="vi-VN" altLang="vi-VN" sz="1100" smtClean="0">
                <a:latin typeface="Noto Sans"/>
                <a:ea typeface="Noto Sans"/>
              </a:rPr>
              <a:t>21/04/2026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ltLang="vi-VN">
                <a:latin typeface="Noto Sans"/>
                <a:ea typeface="Noto Sans"/>
              </a:rPr>
              <a:t>Bấm vào đây để chỉnh sửa kiểu tiêu</a:t>
            </a:r>
            <a:endParaRPr lang="en-US"/>
          </a:p>
        </p:txBody>
      </p:sp>
      <p:sp>
        <p:nvSpPr>
          <p:cNvPr id="3" name="Vertical Text Placeholder 2"/>
          <p:cNvSpPr>
            <a:spLocks noGrp="1"/>
          </p:cNvSpPr>
          <p:nvPr>
            <p:ph type="body" orient="vert" idx="1" hasCustomPrompt="1"/>
          </p:nvPr>
        </p:nvSpPr>
        <p:spPr/>
        <p:txBody>
          <a:bodyPr vert="vert">
            <a:normAutofit/>
          </a:bodyPr>
          <a:lstStyle/>
          <a:p>
            <a:pPr lvl="0"/>
            <a:r>
              <a:rPr lang="vi-VN" altLang="vi-VN">
                <a:latin typeface="Noto Sans"/>
                <a:ea typeface="Noto Sans"/>
              </a:rPr>
              <a:t>Chỉnh sửa kiểu văn bản</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4" name="Date Placeholder 3"/>
          <p:cNvSpPr>
            <a:spLocks noGrp="1"/>
          </p:cNvSpPr>
          <p:nvPr>
            <p:ph type="dt" sz="half" idx="10"/>
          </p:nvPr>
        </p:nvSpPr>
        <p:spPr/>
        <p:txBody>
          <a:bodyPr>
            <a:normAutofit/>
          </a:bodyPr>
          <a:lstStyle/>
          <a:p>
            <a:fld id="{9932DDAB-23D3-47B5-AF69-6D6C3E4D664B}" type="datetime1">
              <a:rPr lang="vi-VN" altLang="vi-VN" sz="1100" smtClean="0">
                <a:latin typeface="Noto Sans"/>
                <a:ea typeface="Noto Sans"/>
              </a:rPr>
              <a:t>21/04/2026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9"/>
          </a:xfrm>
        </p:spPr>
        <p:txBody>
          <a:bodyPr vert="vert">
            <a:normAutofit/>
          </a:bodyPr>
          <a:lstStyle/>
          <a:p>
            <a:r>
              <a:rPr lang="vi-VN" altLang="vi-VN" sz="4200">
                <a:latin typeface="Noto Sans"/>
                <a:ea typeface="Noto Sans"/>
              </a:rPr>
              <a:t>Bấm vào đây để chỉnh sửa kiểu tiêu đề</a:t>
            </a:r>
            <a:endParaRPr lang="en-US"/>
          </a:p>
        </p:txBody>
      </p:sp>
      <p:sp>
        <p:nvSpPr>
          <p:cNvPr id="3" name="Vertical Text Placeholder 2"/>
          <p:cNvSpPr>
            <a:spLocks noGrp="1"/>
          </p:cNvSpPr>
          <p:nvPr>
            <p:ph type="body" orient="vert" idx="1" hasCustomPrompt="1"/>
          </p:nvPr>
        </p:nvSpPr>
        <p:spPr>
          <a:xfrm>
            <a:off x="838200" y="365125"/>
            <a:ext cx="7734300" cy="5811839"/>
          </a:xfrm>
        </p:spPr>
        <p:txBody>
          <a:bodyPr vert="vert">
            <a:normAutofit/>
          </a:bodyPr>
          <a:lstStyle/>
          <a:p>
            <a:pPr lvl="0"/>
            <a:r>
              <a:rPr lang="vi-VN" altLang="vi-VN">
                <a:latin typeface="Noto Sans"/>
                <a:ea typeface="Noto Sans"/>
              </a:rPr>
              <a:t>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4" name="Date Placeholder 3"/>
          <p:cNvSpPr>
            <a:spLocks noGrp="1"/>
          </p:cNvSpPr>
          <p:nvPr>
            <p:ph type="dt" sz="half" idx="10"/>
          </p:nvPr>
        </p:nvSpPr>
        <p:spPr/>
        <p:txBody>
          <a:bodyPr>
            <a:normAutofit/>
          </a:bodyPr>
          <a:lstStyle/>
          <a:p>
            <a:fld id="{8A3CB3FA-62D1-4A82-95CC-3CED8CD42B7C}" type="datetime1">
              <a:rPr lang="vi-VN" altLang="vi-VN" sz="1100" smtClean="0">
                <a:latin typeface="Noto Sans"/>
                <a:ea typeface="Noto Sans"/>
              </a:rPr>
              <a:t>21/04/2026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1" cy="1143000"/>
          </a:xfrm>
          <a:prstGeom prst="rect">
            <a:avLst/>
          </a:prstGeom>
        </p:spPr>
        <p:txBody>
          <a:bodyPr vert="horz" lIns="91440" tIns="45720" rIns="91440" bIns="45720" rtlCol="0" anchor="t">
            <a:normAutofit/>
          </a:bodyPr>
          <a:lstStyle/>
          <a:p>
            <a:r>
              <a:rPr lang="vi-VN" altLang="vi-VN">
                <a:latin typeface="Noto Sans"/>
                <a:ea typeface="Noto Sans"/>
              </a:rPr>
              <a:t>Bấm vào đây để chỉnh sửa kiểu tiêu đề</a:t>
            </a:r>
          </a:p>
        </p:txBody>
      </p:sp>
      <p:sp>
        <p:nvSpPr>
          <p:cNvPr id="3" name="文本占位符 2"/>
          <p:cNvSpPr>
            <a:spLocks noGrp="1"/>
          </p:cNvSpPr>
          <p:nvPr>
            <p:ph type="body" idx="1"/>
          </p:nvPr>
        </p:nvSpPr>
        <p:spPr>
          <a:xfrm>
            <a:off x="609600" y="1600200"/>
            <a:ext cx="10972801" cy="4525963"/>
          </a:xfrm>
          <a:prstGeom prst="rect">
            <a:avLst/>
          </a:prstGeom>
        </p:spPr>
        <p:txBody>
          <a:bodyPr vert="horz" lIns="91440" tIns="45720" rIns="91440" bIns="45720" rtlCol="0">
            <a:normAutofit/>
          </a:bodyPr>
          <a:lstStyle/>
          <a:p>
            <a:pPr lvl="0"/>
            <a:r>
              <a:rPr lang="vi-VN" altLang="vi-VN">
                <a:latin typeface="Noto Sans"/>
                <a:ea typeface="Noto Sans"/>
              </a:rPr>
              <a:t>Bấm vào đây để 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normAutofit/>
          </a:bodyPr>
          <a:lstStyle>
            <a:lvl1pPr algn="l">
              <a:defRPr sz="1270">
                <a:solidFill>
                  <a:schemeClr val="tx1">
                    <a:tint val="75000"/>
                  </a:schemeClr>
                </a:solidFill>
              </a:defRPr>
            </a:lvl1pPr>
          </a:lstStyle>
          <a:p>
            <a:fld id="{A5249BF3-B7F3-4C8F-A702-062A86EC5509}" type="datetime1">
              <a:rPr lang="vi-VN" altLang="vi-VN" sz="1200" smtClean="0">
                <a:latin typeface="Noto Sans"/>
                <a:ea typeface="Noto Sans"/>
              </a:rPr>
              <a:t>21/04/2026</a:t>
            </a:fld>
            <a:endParaRPr lang="zh-CN" altLang="en-US"/>
          </a:p>
        </p:txBody>
      </p:sp>
      <p:sp>
        <p:nvSpPr>
          <p:cNvPr id="5" name="页脚占位符 4"/>
          <p:cNvSpPr>
            <a:spLocks noGrp="1"/>
          </p:cNvSpPr>
          <p:nvPr>
            <p:ph type="ftr" sz="quarter" idx="3"/>
          </p:nvPr>
        </p:nvSpPr>
        <p:spPr>
          <a:xfrm>
            <a:off x="4165601" y="6356351"/>
            <a:ext cx="3860800" cy="365125"/>
          </a:xfrm>
          <a:prstGeom prst="rect">
            <a:avLst/>
          </a:prstGeom>
        </p:spPr>
        <p:txBody>
          <a:bodyPr vert="horz" lIns="91440" tIns="45720" rIns="91440" bIns="45720" rtlCol="0" anchor="ctr"/>
          <a:lstStyle>
            <a:lvl1pPr algn="ctr">
              <a:defRPr sz="127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normAutofit/>
          </a:bodyPr>
          <a:lstStyle>
            <a:lvl1pPr algn="r">
              <a:defRPr sz="1270">
                <a:solidFill>
                  <a:schemeClr val="tx1"/>
                </a:solidFill>
              </a:defRPr>
            </a:lvl1pPr>
          </a:lstStyle>
          <a:p>
            <a:fld id="{F109C2AD-CA39-43E2-BBEF-768E308D7275}" type="slidenum">
              <a:rPr lang="vi-VN" altLang="vi-VN" smtClean="0">
                <a:latin typeface="Noto Sans"/>
                <a:ea typeface="Noto Sans"/>
              </a:rPr>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hf hdr="0" ftr="0" dt="0"/>
  <p:txStyles>
    <p:titleStyle>
      <a:lvl1pPr algn="ctr" defTabSz="967740" rtl="0" eaLnBrk="1" latinLnBrk="0" hangingPunct="1">
        <a:spcBef>
          <a:spcPct val="0"/>
        </a:spcBef>
        <a:buNone/>
        <a:defRPr sz="4655" kern="1200">
          <a:solidFill>
            <a:schemeClr val="tx1"/>
          </a:solidFill>
          <a:latin typeface="+mj-lt"/>
          <a:ea typeface="+mj-ea"/>
          <a:cs typeface="+mj-cs"/>
        </a:defRPr>
      </a:lvl1pPr>
    </p:titleStyle>
    <p:bodyStyle>
      <a:lvl1pPr marL="362585" indent="-362585" algn="l" defTabSz="967740" rtl="0" eaLnBrk="1" latinLnBrk="0" hangingPunct="1">
        <a:spcBef>
          <a:spcPct val="20000"/>
        </a:spcBef>
        <a:buFont typeface="Arial" panose="020B0604020202020204" pitchFamily="34" charset="0"/>
        <a:buChar char="•"/>
        <a:defRPr sz="3385" kern="1200">
          <a:solidFill>
            <a:schemeClr val="tx1"/>
          </a:solidFill>
          <a:latin typeface="+mn-lt"/>
          <a:ea typeface="+mn-ea"/>
          <a:cs typeface="+mn-cs"/>
        </a:defRPr>
      </a:lvl1pPr>
      <a:lvl2pPr marL="786130" indent="-302260" algn="l" defTabSz="967740" rtl="0" eaLnBrk="1" latinLnBrk="0" hangingPunct="1">
        <a:spcBef>
          <a:spcPct val="20000"/>
        </a:spcBef>
        <a:buFont typeface="Arial" panose="020B0604020202020204" pitchFamily="34" charset="0"/>
        <a:buChar char="–"/>
        <a:defRPr sz="2965" kern="1200">
          <a:solidFill>
            <a:schemeClr val="tx1"/>
          </a:solidFill>
          <a:latin typeface="+mn-lt"/>
          <a:ea typeface="+mn-ea"/>
          <a:cs typeface="+mn-cs"/>
        </a:defRPr>
      </a:lvl2pPr>
      <a:lvl3pPr marL="1209675" indent="-241935" algn="l" defTabSz="967740" rtl="0" eaLnBrk="1" latinLnBrk="0" hangingPunct="1">
        <a:spcBef>
          <a:spcPct val="20000"/>
        </a:spcBef>
        <a:buFont typeface="Arial" panose="020B0604020202020204" pitchFamily="34" charset="0"/>
        <a:buChar char="•"/>
        <a:defRPr sz="2540" kern="1200">
          <a:solidFill>
            <a:schemeClr val="tx1"/>
          </a:solidFill>
          <a:latin typeface="+mn-lt"/>
          <a:ea typeface="+mn-ea"/>
          <a:cs typeface="+mn-cs"/>
        </a:defRPr>
      </a:lvl3pPr>
      <a:lvl4pPr marL="1692910" indent="-241935" algn="l" defTabSz="967740" rtl="0" eaLnBrk="1" latinLnBrk="0" hangingPunct="1">
        <a:spcBef>
          <a:spcPct val="20000"/>
        </a:spcBef>
        <a:buFont typeface="Arial" panose="020B0604020202020204" pitchFamily="34" charset="0"/>
        <a:buChar char="–"/>
        <a:defRPr sz="2115" kern="1200">
          <a:solidFill>
            <a:schemeClr val="tx1"/>
          </a:solidFill>
          <a:latin typeface="+mn-lt"/>
          <a:ea typeface="+mn-ea"/>
          <a:cs typeface="+mn-cs"/>
        </a:defRPr>
      </a:lvl4pPr>
      <a:lvl5pPr marL="2176780" indent="-241935" algn="l" defTabSz="967740" rtl="0" eaLnBrk="1" latinLnBrk="0" hangingPunct="1">
        <a:spcBef>
          <a:spcPct val="20000"/>
        </a:spcBef>
        <a:buFont typeface="Arial" panose="020B0604020202020204" pitchFamily="34" charset="0"/>
        <a:buChar char="»"/>
        <a:defRPr sz="2115" kern="1200">
          <a:solidFill>
            <a:schemeClr val="tx1"/>
          </a:solidFill>
          <a:latin typeface="+mn-lt"/>
          <a:ea typeface="+mn-ea"/>
          <a:cs typeface="+mn-cs"/>
        </a:defRPr>
      </a:lvl5pPr>
      <a:lvl6pPr marL="2660650" indent="-241935" algn="l" defTabSz="967740" rtl="0" eaLnBrk="1" latinLnBrk="0" hangingPunct="1">
        <a:spcBef>
          <a:spcPct val="20000"/>
        </a:spcBef>
        <a:buFont typeface="Arial" panose="020B0604020202020204" pitchFamily="34" charset="0"/>
        <a:buChar char="•"/>
        <a:defRPr sz="2115" kern="1200">
          <a:solidFill>
            <a:schemeClr val="tx1"/>
          </a:solidFill>
          <a:latin typeface="+mn-lt"/>
          <a:ea typeface="+mn-ea"/>
          <a:cs typeface="+mn-cs"/>
        </a:defRPr>
      </a:lvl6pPr>
      <a:lvl7pPr marL="3144520" indent="-241935" algn="l" defTabSz="967740" rtl="0" eaLnBrk="1" latinLnBrk="0" hangingPunct="1">
        <a:spcBef>
          <a:spcPct val="20000"/>
        </a:spcBef>
        <a:buFont typeface="Arial" panose="020B0604020202020204" pitchFamily="34" charset="0"/>
        <a:buChar char="•"/>
        <a:defRPr sz="2115" kern="1200">
          <a:solidFill>
            <a:schemeClr val="tx1"/>
          </a:solidFill>
          <a:latin typeface="+mn-lt"/>
          <a:ea typeface="+mn-ea"/>
          <a:cs typeface="+mn-cs"/>
        </a:defRPr>
      </a:lvl7pPr>
      <a:lvl8pPr marL="3628390" indent="-241935" algn="l" defTabSz="967740" rtl="0" eaLnBrk="1" latinLnBrk="0" hangingPunct="1">
        <a:spcBef>
          <a:spcPct val="20000"/>
        </a:spcBef>
        <a:buFont typeface="Arial" panose="020B0604020202020204" pitchFamily="34" charset="0"/>
        <a:buChar char="•"/>
        <a:defRPr sz="2115" kern="1200">
          <a:solidFill>
            <a:schemeClr val="tx1"/>
          </a:solidFill>
          <a:latin typeface="+mn-lt"/>
          <a:ea typeface="+mn-ea"/>
          <a:cs typeface="+mn-cs"/>
        </a:defRPr>
      </a:lvl8pPr>
      <a:lvl9pPr marL="4112260" indent="-241935" algn="l" defTabSz="967740" rtl="0" eaLnBrk="1" latinLnBrk="0" hangingPunct="1">
        <a:spcBef>
          <a:spcPct val="20000"/>
        </a:spcBef>
        <a:buFont typeface="Arial" panose="020B0604020202020204" pitchFamily="34" charset="0"/>
        <a:buChar char="•"/>
        <a:defRPr sz="2115" kern="1200">
          <a:solidFill>
            <a:schemeClr val="tx1"/>
          </a:solidFill>
          <a:latin typeface="+mn-lt"/>
          <a:ea typeface="+mn-ea"/>
          <a:cs typeface="+mn-cs"/>
        </a:defRPr>
      </a:lvl9pPr>
    </p:bodyStyle>
    <p:otherStyle>
      <a:defPPr>
        <a:defRPr lang="zh-CN"/>
      </a:defPPr>
      <a:lvl1pPr marL="0" algn="l" defTabSz="967740" rtl="0" eaLnBrk="1" latinLnBrk="0" hangingPunct="1">
        <a:defRPr sz="1905" kern="1200">
          <a:solidFill>
            <a:schemeClr val="tx1"/>
          </a:solidFill>
          <a:latin typeface="+mn-lt"/>
          <a:ea typeface="+mn-ea"/>
          <a:cs typeface="+mn-cs"/>
        </a:defRPr>
      </a:lvl1pPr>
      <a:lvl2pPr marL="483870" algn="l" defTabSz="967740" rtl="0" eaLnBrk="1" latinLnBrk="0" hangingPunct="1">
        <a:defRPr sz="1905" kern="1200">
          <a:solidFill>
            <a:schemeClr val="tx1"/>
          </a:solidFill>
          <a:latin typeface="+mn-lt"/>
          <a:ea typeface="+mn-ea"/>
          <a:cs typeface="+mn-cs"/>
        </a:defRPr>
      </a:lvl2pPr>
      <a:lvl3pPr marL="967740" algn="l" defTabSz="967740" rtl="0" eaLnBrk="1" latinLnBrk="0" hangingPunct="1">
        <a:defRPr sz="1905" kern="1200">
          <a:solidFill>
            <a:schemeClr val="tx1"/>
          </a:solidFill>
          <a:latin typeface="+mn-lt"/>
          <a:ea typeface="+mn-ea"/>
          <a:cs typeface="+mn-cs"/>
        </a:defRPr>
      </a:lvl3pPr>
      <a:lvl4pPr marL="1450975" algn="l" defTabSz="967740" rtl="0" eaLnBrk="1" latinLnBrk="0" hangingPunct="1">
        <a:defRPr sz="1905" kern="1200">
          <a:solidFill>
            <a:schemeClr val="tx1"/>
          </a:solidFill>
          <a:latin typeface="+mn-lt"/>
          <a:ea typeface="+mn-ea"/>
          <a:cs typeface="+mn-cs"/>
        </a:defRPr>
      </a:lvl4pPr>
      <a:lvl5pPr marL="1934845" algn="l" defTabSz="967740" rtl="0" eaLnBrk="1" latinLnBrk="0" hangingPunct="1">
        <a:defRPr sz="1905" kern="1200">
          <a:solidFill>
            <a:schemeClr val="tx1"/>
          </a:solidFill>
          <a:latin typeface="+mn-lt"/>
          <a:ea typeface="+mn-ea"/>
          <a:cs typeface="+mn-cs"/>
        </a:defRPr>
      </a:lvl5pPr>
      <a:lvl6pPr marL="2418715" algn="l" defTabSz="967740" rtl="0" eaLnBrk="1" latinLnBrk="0" hangingPunct="1">
        <a:defRPr sz="1905" kern="1200">
          <a:solidFill>
            <a:schemeClr val="tx1"/>
          </a:solidFill>
          <a:latin typeface="+mn-lt"/>
          <a:ea typeface="+mn-ea"/>
          <a:cs typeface="+mn-cs"/>
        </a:defRPr>
      </a:lvl6pPr>
      <a:lvl7pPr marL="2902585" algn="l" defTabSz="967740" rtl="0" eaLnBrk="1" latinLnBrk="0" hangingPunct="1">
        <a:defRPr sz="1905" kern="1200">
          <a:solidFill>
            <a:schemeClr val="tx1"/>
          </a:solidFill>
          <a:latin typeface="+mn-lt"/>
          <a:ea typeface="+mn-ea"/>
          <a:cs typeface="+mn-cs"/>
        </a:defRPr>
      </a:lvl7pPr>
      <a:lvl8pPr marL="3386455" algn="l" defTabSz="967740" rtl="0" eaLnBrk="1" latinLnBrk="0" hangingPunct="1">
        <a:defRPr sz="1905" kern="1200">
          <a:solidFill>
            <a:schemeClr val="tx1"/>
          </a:solidFill>
          <a:latin typeface="+mn-lt"/>
          <a:ea typeface="+mn-ea"/>
          <a:cs typeface="+mn-cs"/>
        </a:defRPr>
      </a:lvl8pPr>
      <a:lvl9pPr marL="3870325" algn="l" defTabSz="967740" rtl="0" eaLnBrk="1" latinLnBrk="0" hangingPunct="1">
        <a:defRPr sz="190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mc:AlternateContent xmlns:mc="http://schemas.openxmlformats.org/markup-compatibility/2006" xmlns:p14="http://schemas.microsoft.com/office/powerpoint/2010/main">
    <mc:Choice Requires="p14">
      <p:transition spd="slow" p14:dur="200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p:random/>
      </p:transition>
    </mc:Fallback>
  </mc:AlternateContent>
  <p:hf hdr="0" ftr="0" dt="0"/>
  <p:txStyles>
    <p:titleStyle>
      <a:lvl1pPr algn="ctr" defTabSz="1245235" rtl="0" eaLnBrk="1" latinLnBrk="0" hangingPunct="1">
        <a:spcBef>
          <a:spcPct val="0"/>
        </a:spcBef>
        <a:buNone/>
        <a:defRPr sz="6030" kern="1200">
          <a:solidFill>
            <a:schemeClr val="tx1"/>
          </a:solidFill>
          <a:latin typeface="+mj-lt"/>
          <a:ea typeface="+mj-ea"/>
          <a:cs typeface="+mj-cs"/>
        </a:defRPr>
      </a:lvl1pPr>
    </p:titleStyle>
    <p:bodyStyle>
      <a:lvl1pPr marL="466725" indent="-466725" algn="l" defTabSz="1245235" rtl="0" eaLnBrk="1" latinLnBrk="0" hangingPunct="1">
        <a:spcBef>
          <a:spcPct val="20000"/>
        </a:spcBef>
        <a:buFont typeface="Arial" panose="020B0604020202020204" pitchFamily="34" charset="0"/>
        <a:buChar char="•"/>
        <a:defRPr sz="4340" kern="1200">
          <a:solidFill>
            <a:schemeClr val="tx1"/>
          </a:solidFill>
          <a:latin typeface="+mn-lt"/>
          <a:ea typeface="+mn-ea"/>
          <a:cs typeface="+mn-cs"/>
        </a:defRPr>
      </a:lvl1pPr>
      <a:lvl2pPr marL="1011555" indent="-389255" algn="l" defTabSz="1245235" rtl="0" eaLnBrk="1" latinLnBrk="0" hangingPunct="1">
        <a:spcBef>
          <a:spcPct val="20000"/>
        </a:spcBef>
        <a:buFont typeface="Arial" panose="020B0604020202020204" pitchFamily="34" charset="0"/>
        <a:buChar char="–"/>
        <a:defRPr sz="3810" kern="1200">
          <a:solidFill>
            <a:schemeClr val="tx1"/>
          </a:solidFill>
          <a:latin typeface="+mn-lt"/>
          <a:ea typeface="+mn-ea"/>
          <a:cs typeface="+mn-cs"/>
        </a:defRPr>
      </a:lvl2pPr>
      <a:lvl3pPr marL="1556385" indent="-311150" algn="l" defTabSz="1245235" rtl="0" eaLnBrk="1" latinLnBrk="0" hangingPunct="1">
        <a:spcBef>
          <a:spcPct val="20000"/>
        </a:spcBef>
        <a:buFont typeface="Arial" panose="020B0604020202020204" pitchFamily="34" charset="0"/>
        <a:buChar char="•"/>
        <a:defRPr sz="3280" kern="1200">
          <a:solidFill>
            <a:schemeClr val="tx1"/>
          </a:solidFill>
          <a:latin typeface="+mn-lt"/>
          <a:ea typeface="+mn-ea"/>
          <a:cs typeface="+mn-cs"/>
        </a:defRPr>
      </a:lvl3pPr>
      <a:lvl4pPr marL="2179320" indent="-311150" algn="l" defTabSz="1245235" rtl="0" eaLnBrk="1" latinLnBrk="0" hangingPunct="1">
        <a:spcBef>
          <a:spcPct val="20000"/>
        </a:spcBef>
        <a:buFont typeface="Arial" panose="020B0604020202020204" pitchFamily="34" charset="0"/>
        <a:buChar char="–"/>
        <a:defRPr sz="2750" kern="1200">
          <a:solidFill>
            <a:schemeClr val="tx1"/>
          </a:solidFill>
          <a:latin typeface="+mn-lt"/>
          <a:ea typeface="+mn-ea"/>
          <a:cs typeface="+mn-cs"/>
        </a:defRPr>
      </a:lvl4pPr>
      <a:lvl5pPr marL="2801620" indent="-311150" algn="l" defTabSz="1245235" rtl="0" eaLnBrk="1" latinLnBrk="0" hangingPunct="1">
        <a:spcBef>
          <a:spcPct val="20000"/>
        </a:spcBef>
        <a:buFont typeface="Arial" panose="020B0604020202020204" pitchFamily="34" charset="0"/>
        <a:buChar char="»"/>
        <a:defRPr sz="2750" kern="1200">
          <a:solidFill>
            <a:schemeClr val="tx1"/>
          </a:solidFill>
          <a:latin typeface="+mn-lt"/>
          <a:ea typeface="+mn-ea"/>
          <a:cs typeface="+mn-cs"/>
        </a:defRPr>
      </a:lvl5pPr>
      <a:lvl6pPr marL="3424555" indent="-311150" algn="l" defTabSz="1245235" rtl="0" eaLnBrk="1" latinLnBrk="0" hangingPunct="1">
        <a:spcBef>
          <a:spcPct val="20000"/>
        </a:spcBef>
        <a:buFont typeface="Arial" panose="020B0604020202020204" pitchFamily="34" charset="0"/>
        <a:buChar char="•"/>
        <a:defRPr sz="2750" kern="1200">
          <a:solidFill>
            <a:schemeClr val="tx1"/>
          </a:solidFill>
          <a:latin typeface="+mn-lt"/>
          <a:ea typeface="+mn-ea"/>
          <a:cs typeface="+mn-cs"/>
        </a:defRPr>
      </a:lvl6pPr>
      <a:lvl7pPr marL="4047490" indent="-311150" algn="l" defTabSz="1245235" rtl="0" eaLnBrk="1" latinLnBrk="0" hangingPunct="1">
        <a:spcBef>
          <a:spcPct val="20000"/>
        </a:spcBef>
        <a:buFont typeface="Arial" panose="020B0604020202020204" pitchFamily="34" charset="0"/>
        <a:buChar char="•"/>
        <a:defRPr sz="2750" kern="1200">
          <a:solidFill>
            <a:schemeClr val="tx1"/>
          </a:solidFill>
          <a:latin typeface="+mn-lt"/>
          <a:ea typeface="+mn-ea"/>
          <a:cs typeface="+mn-cs"/>
        </a:defRPr>
      </a:lvl7pPr>
      <a:lvl8pPr marL="4669790" indent="-311150" algn="l" defTabSz="1245235" rtl="0" eaLnBrk="1" latinLnBrk="0" hangingPunct="1">
        <a:spcBef>
          <a:spcPct val="20000"/>
        </a:spcBef>
        <a:buFont typeface="Arial" panose="020B0604020202020204" pitchFamily="34" charset="0"/>
        <a:buChar char="•"/>
        <a:defRPr sz="2750" kern="1200">
          <a:solidFill>
            <a:schemeClr val="tx1"/>
          </a:solidFill>
          <a:latin typeface="+mn-lt"/>
          <a:ea typeface="+mn-ea"/>
          <a:cs typeface="+mn-cs"/>
        </a:defRPr>
      </a:lvl8pPr>
      <a:lvl9pPr marL="5292725" indent="-311150" algn="l" defTabSz="1245235" rtl="0" eaLnBrk="1" latinLnBrk="0" hangingPunct="1">
        <a:spcBef>
          <a:spcPct val="20000"/>
        </a:spcBef>
        <a:buFont typeface="Arial" panose="020B0604020202020204" pitchFamily="34" charset="0"/>
        <a:buChar char="•"/>
        <a:defRPr sz="2750" kern="1200">
          <a:solidFill>
            <a:schemeClr val="tx1"/>
          </a:solidFill>
          <a:latin typeface="+mn-lt"/>
          <a:ea typeface="+mn-ea"/>
          <a:cs typeface="+mn-cs"/>
        </a:defRPr>
      </a:lvl9pPr>
    </p:bodyStyle>
    <p:otherStyle>
      <a:defPPr>
        <a:defRPr lang="zh-CN"/>
      </a:defPPr>
      <a:lvl1pPr marL="0" algn="l" defTabSz="1245235" rtl="0" eaLnBrk="1" latinLnBrk="0" hangingPunct="1">
        <a:defRPr sz="2435" kern="1200">
          <a:solidFill>
            <a:schemeClr val="tx1"/>
          </a:solidFill>
          <a:latin typeface="+mn-lt"/>
          <a:ea typeface="+mn-ea"/>
          <a:cs typeface="+mn-cs"/>
        </a:defRPr>
      </a:lvl1pPr>
      <a:lvl2pPr marL="622935" algn="l" defTabSz="1245235" rtl="0" eaLnBrk="1" latinLnBrk="0" hangingPunct="1">
        <a:defRPr sz="2435" kern="1200">
          <a:solidFill>
            <a:schemeClr val="tx1"/>
          </a:solidFill>
          <a:latin typeface="+mn-lt"/>
          <a:ea typeface="+mn-ea"/>
          <a:cs typeface="+mn-cs"/>
        </a:defRPr>
      </a:lvl2pPr>
      <a:lvl3pPr marL="1245235" algn="l" defTabSz="1245235" rtl="0" eaLnBrk="1" latinLnBrk="0" hangingPunct="1">
        <a:defRPr sz="2435" kern="1200">
          <a:solidFill>
            <a:schemeClr val="tx1"/>
          </a:solidFill>
          <a:latin typeface="+mn-lt"/>
          <a:ea typeface="+mn-ea"/>
          <a:cs typeface="+mn-cs"/>
        </a:defRPr>
      </a:lvl3pPr>
      <a:lvl4pPr marL="1868170" algn="l" defTabSz="1245235" rtl="0" eaLnBrk="1" latinLnBrk="0" hangingPunct="1">
        <a:defRPr sz="2435" kern="1200">
          <a:solidFill>
            <a:schemeClr val="tx1"/>
          </a:solidFill>
          <a:latin typeface="+mn-lt"/>
          <a:ea typeface="+mn-ea"/>
          <a:cs typeface="+mn-cs"/>
        </a:defRPr>
      </a:lvl4pPr>
      <a:lvl5pPr marL="2490470" algn="l" defTabSz="1245235" rtl="0" eaLnBrk="1" latinLnBrk="0" hangingPunct="1">
        <a:defRPr sz="2435" kern="1200">
          <a:solidFill>
            <a:schemeClr val="tx1"/>
          </a:solidFill>
          <a:latin typeface="+mn-lt"/>
          <a:ea typeface="+mn-ea"/>
          <a:cs typeface="+mn-cs"/>
        </a:defRPr>
      </a:lvl5pPr>
      <a:lvl6pPr marL="3113405" algn="l" defTabSz="1245235" rtl="0" eaLnBrk="1" latinLnBrk="0" hangingPunct="1">
        <a:defRPr sz="2435" kern="1200">
          <a:solidFill>
            <a:schemeClr val="tx1"/>
          </a:solidFill>
          <a:latin typeface="+mn-lt"/>
          <a:ea typeface="+mn-ea"/>
          <a:cs typeface="+mn-cs"/>
        </a:defRPr>
      </a:lvl6pPr>
      <a:lvl7pPr marL="3735705" algn="l" defTabSz="1245235" rtl="0" eaLnBrk="1" latinLnBrk="0" hangingPunct="1">
        <a:defRPr sz="2435" kern="1200">
          <a:solidFill>
            <a:schemeClr val="tx1"/>
          </a:solidFill>
          <a:latin typeface="+mn-lt"/>
          <a:ea typeface="+mn-ea"/>
          <a:cs typeface="+mn-cs"/>
        </a:defRPr>
      </a:lvl7pPr>
      <a:lvl8pPr marL="4358640" algn="l" defTabSz="1245235" rtl="0" eaLnBrk="1" latinLnBrk="0" hangingPunct="1">
        <a:defRPr sz="2435" kern="1200">
          <a:solidFill>
            <a:schemeClr val="tx1"/>
          </a:solidFill>
          <a:latin typeface="+mn-lt"/>
          <a:ea typeface="+mn-ea"/>
          <a:cs typeface="+mn-cs"/>
        </a:defRPr>
      </a:lvl8pPr>
      <a:lvl9pPr marL="4980940" algn="l" defTabSz="1245235" rtl="0" eaLnBrk="1" latinLnBrk="0" hangingPunct="1">
        <a:defRPr sz="243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vi-VN" altLang="vi-VN">
                <a:latin typeface="Noto Sans"/>
                <a:ea typeface="Noto Sans"/>
              </a:rPr>
              <a:t>Bấm vào đây để chỉnh sửa kiểu tiêu</a:t>
            </a:r>
            <a:endParaRPr lang="en-US"/>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vi-VN" altLang="vi-VN">
                <a:latin typeface="Noto Sans"/>
                <a:ea typeface="Noto Sans"/>
              </a:rPr>
              <a:t>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FF8FF051-2B4D-4021-B130-99219B10F48E}" type="datetime1">
              <a:rPr lang="vi-VN" altLang="vi-VN" sz="1100" smtClean="0">
                <a:latin typeface="Noto Sans"/>
                <a:ea typeface="Noto Sans"/>
              </a:rPr>
              <a:t>21/04/2026</a:t>
            </a:fld>
            <a:endParaRPr lang="zh-CN" alt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82952373-7980-4DA7-9ADE-54D716DB38BB}" type="slidenum">
              <a:rPr lang="vi-VN" altLang="vi-VN" smtClean="0">
                <a:latin typeface="Noto Sans"/>
                <a:ea typeface="Noto Sans"/>
              </a:rPr>
              <a:t>‹#›</a:t>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4.xml"/><Relationship Id="rId1" Type="http://schemas.openxmlformats.org/officeDocument/2006/relationships/tags" Target="../tags/tag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6"/>
          <p:cNvSpPr/>
          <p:nvPr/>
        </p:nvSpPr>
        <p:spPr bwMode="auto">
          <a:xfrm>
            <a:off x="-24315" y="-17419"/>
            <a:ext cx="4367317" cy="5069536"/>
          </a:xfrm>
          <a:custGeom>
            <a:avLst/>
            <a:gdLst>
              <a:gd name="connsiteX0" fmla="*/ 3873521 w 4367317"/>
              <a:gd name="connsiteY0" fmla="*/ 0 h 5069536"/>
              <a:gd name="connsiteX1" fmla="*/ 4367317 w 4367317"/>
              <a:gd name="connsiteY1" fmla="*/ 0 h 5069536"/>
              <a:gd name="connsiteX2" fmla="*/ 0 w 4367317"/>
              <a:gd name="connsiteY2" fmla="*/ 5069536 h 5069536"/>
              <a:gd name="connsiteX3" fmla="*/ 0 w 4367317"/>
              <a:gd name="connsiteY3" fmla="*/ 1974215 h 5069536"/>
            </a:gdLst>
            <a:ahLst/>
            <a:cxnLst>
              <a:cxn ang="0">
                <a:pos x="connsiteX0" y="connsiteY0"/>
              </a:cxn>
              <a:cxn ang="0">
                <a:pos x="connsiteX1" y="connsiteY1"/>
              </a:cxn>
              <a:cxn ang="0">
                <a:pos x="connsiteX2" y="connsiteY2"/>
              </a:cxn>
              <a:cxn ang="0">
                <a:pos x="connsiteX3" y="connsiteY3"/>
              </a:cxn>
            </a:cxnLst>
            <a:rect l="l" t="t" r="r" b="b"/>
            <a:pathLst>
              <a:path w="4367317" h="5069536">
                <a:moveTo>
                  <a:pt x="3873521" y="0"/>
                </a:moveTo>
                <a:lnTo>
                  <a:pt x="4367317" y="0"/>
                </a:lnTo>
                <a:lnTo>
                  <a:pt x="0" y="5069536"/>
                </a:lnTo>
                <a:lnTo>
                  <a:pt x="0" y="1974215"/>
                </a:lnTo>
                <a:close/>
              </a:path>
            </a:pathLst>
          </a:custGeom>
          <a:solidFill>
            <a:srgbClr val="EFEF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37" name="5"/>
          <p:cNvSpPr/>
          <p:nvPr/>
        </p:nvSpPr>
        <p:spPr bwMode="auto">
          <a:xfrm>
            <a:off x="-24316" y="-43545"/>
            <a:ext cx="3955151" cy="2314573"/>
          </a:xfrm>
          <a:custGeom>
            <a:avLst/>
            <a:gdLst>
              <a:gd name="connsiteX0" fmla="*/ 0 w 3955151"/>
              <a:gd name="connsiteY0" fmla="*/ 0 h 2314573"/>
              <a:gd name="connsiteX1" fmla="*/ 3541893 w 3955151"/>
              <a:gd name="connsiteY1" fmla="*/ 0 h 2314573"/>
              <a:gd name="connsiteX2" fmla="*/ 3955151 w 3955151"/>
              <a:gd name="connsiteY2" fmla="*/ 10116 h 2314573"/>
              <a:gd name="connsiteX3" fmla="*/ 0 w 3955151"/>
              <a:gd name="connsiteY3" fmla="*/ 2314573 h 2314573"/>
            </a:gdLst>
            <a:ahLst/>
            <a:cxnLst>
              <a:cxn ang="0">
                <a:pos x="connsiteX0" y="connsiteY0"/>
              </a:cxn>
              <a:cxn ang="0">
                <a:pos x="connsiteX1" y="connsiteY1"/>
              </a:cxn>
              <a:cxn ang="0">
                <a:pos x="connsiteX2" y="connsiteY2"/>
              </a:cxn>
              <a:cxn ang="0">
                <a:pos x="connsiteX3" y="connsiteY3"/>
              </a:cxn>
            </a:cxnLst>
            <a:rect l="l" t="t" r="r" b="b"/>
            <a:pathLst>
              <a:path w="3955151" h="2314573">
                <a:moveTo>
                  <a:pt x="0" y="0"/>
                </a:moveTo>
                <a:lnTo>
                  <a:pt x="3541893" y="0"/>
                </a:lnTo>
                <a:lnTo>
                  <a:pt x="3955151" y="10116"/>
                </a:lnTo>
                <a:lnTo>
                  <a:pt x="0" y="2314573"/>
                </a:lnTo>
                <a:close/>
              </a:path>
            </a:pathLst>
          </a:custGeom>
          <a:solidFill>
            <a:schemeClr val="accent1">
              <a:lumMod val="75000"/>
            </a:schemeClr>
          </a:solidFill>
          <a:ln>
            <a:noFill/>
          </a:ln>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36" name="4"/>
          <p:cNvSpPr/>
          <p:nvPr/>
        </p:nvSpPr>
        <p:spPr bwMode="auto">
          <a:xfrm>
            <a:off x="-24316" y="-17417"/>
            <a:ext cx="3982023" cy="3071803"/>
          </a:xfrm>
          <a:custGeom>
            <a:avLst/>
            <a:gdLst>
              <a:gd name="connsiteX0" fmla="*/ 3934942 w 3982022"/>
              <a:gd name="connsiteY0" fmla="*/ 0 h 3071803"/>
              <a:gd name="connsiteX1" fmla="*/ 3982022 w 3982022"/>
              <a:gd name="connsiteY1" fmla="*/ 0 h 3071803"/>
              <a:gd name="connsiteX2" fmla="*/ 0 w 3982022"/>
              <a:gd name="connsiteY2" fmla="*/ 3071803 h 3071803"/>
              <a:gd name="connsiteX3" fmla="*/ 0 w 3982022"/>
              <a:gd name="connsiteY3" fmla="*/ 1848528 h 3071803"/>
            </a:gdLst>
            <a:ahLst/>
            <a:cxnLst>
              <a:cxn ang="0">
                <a:pos x="connsiteX0" y="connsiteY0"/>
              </a:cxn>
              <a:cxn ang="0">
                <a:pos x="connsiteX1" y="connsiteY1"/>
              </a:cxn>
              <a:cxn ang="0">
                <a:pos x="connsiteX2" y="connsiteY2"/>
              </a:cxn>
              <a:cxn ang="0">
                <a:pos x="connsiteX3" y="connsiteY3"/>
              </a:cxn>
            </a:cxnLst>
            <a:rect l="l" t="t" r="r" b="b"/>
            <a:pathLst>
              <a:path w="3982022" h="3071803">
                <a:moveTo>
                  <a:pt x="3934942" y="0"/>
                </a:moveTo>
                <a:lnTo>
                  <a:pt x="3982022" y="0"/>
                </a:lnTo>
                <a:lnTo>
                  <a:pt x="0" y="3071803"/>
                </a:lnTo>
                <a:lnTo>
                  <a:pt x="0" y="1848528"/>
                </a:lnTo>
                <a:close/>
              </a:path>
            </a:pathLst>
          </a:custGeom>
          <a:solidFill>
            <a:schemeClr val="accent5">
              <a:lumMod val="60000"/>
              <a:lumOff val="40000"/>
            </a:schemeClr>
          </a:solidFill>
          <a:ln>
            <a:noFill/>
          </a:ln>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44" name="3"/>
          <p:cNvSpPr/>
          <p:nvPr/>
        </p:nvSpPr>
        <p:spPr bwMode="auto">
          <a:xfrm>
            <a:off x="9290264" y="2687956"/>
            <a:ext cx="2925237" cy="3476625"/>
          </a:xfrm>
          <a:custGeom>
            <a:avLst/>
            <a:gdLst>
              <a:gd name="connsiteX0" fmla="*/ 2919413 w 2925237"/>
              <a:gd name="connsiteY0" fmla="*/ 0 h 3476625"/>
              <a:gd name="connsiteX1" fmla="*/ 2925237 w 2925237"/>
              <a:gd name="connsiteY1" fmla="*/ 163915 h 3476625"/>
              <a:gd name="connsiteX2" fmla="*/ 2925237 w 2925237"/>
              <a:gd name="connsiteY2" fmla="*/ 3398721 h 3476625"/>
              <a:gd name="connsiteX3" fmla="*/ 0 w 2925237"/>
              <a:gd name="connsiteY3" fmla="*/ 3476625 h 3476625"/>
            </a:gdLst>
            <a:ahLst/>
            <a:cxnLst>
              <a:cxn ang="0">
                <a:pos x="connsiteX0" y="connsiteY0"/>
              </a:cxn>
              <a:cxn ang="0">
                <a:pos x="connsiteX1" y="connsiteY1"/>
              </a:cxn>
              <a:cxn ang="0">
                <a:pos x="connsiteX2" y="connsiteY2"/>
              </a:cxn>
              <a:cxn ang="0">
                <a:pos x="connsiteX3" y="connsiteY3"/>
              </a:cxn>
            </a:cxnLst>
            <a:rect l="l" t="t" r="r" b="b"/>
            <a:pathLst>
              <a:path w="2925237" h="3476625">
                <a:moveTo>
                  <a:pt x="2919413" y="0"/>
                </a:moveTo>
                <a:lnTo>
                  <a:pt x="2925237" y="163915"/>
                </a:lnTo>
                <a:lnTo>
                  <a:pt x="2925237" y="3398721"/>
                </a:lnTo>
                <a:lnTo>
                  <a:pt x="0" y="3476625"/>
                </a:lnTo>
                <a:close/>
              </a:path>
            </a:pathLst>
          </a:custGeom>
          <a:solidFill>
            <a:srgbClr val="EFEF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42" name="2"/>
          <p:cNvSpPr/>
          <p:nvPr/>
        </p:nvSpPr>
        <p:spPr bwMode="auto">
          <a:xfrm>
            <a:off x="8237752" y="4131556"/>
            <a:ext cx="3977749" cy="2758695"/>
          </a:xfrm>
          <a:custGeom>
            <a:avLst/>
            <a:gdLst>
              <a:gd name="connsiteX0" fmla="*/ 3977749 w 3977749"/>
              <a:gd name="connsiteY0" fmla="*/ 0 h 2758695"/>
              <a:gd name="connsiteX1" fmla="*/ 3977749 w 3977749"/>
              <a:gd name="connsiteY1" fmla="*/ 2758695 h 2758695"/>
              <a:gd name="connsiteX2" fmla="*/ 626774 w 3977749"/>
              <a:gd name="connsiteY2" fmla="*/ 2758695 h 2758695"/>
              <a:gd name="connsiteX3" fmla="*/ 0 w 3977749"/>
              <a:gd name="connsiteY3" fmla="*/ 2734703 h 2758695"/>
            </a:gdLst>
            <a:ahLst/>
            <a:cxnLst>
              <a:cxn ang="0">
                <a:pos x="connsiteX0" y="connsiteY0"/>
              </a:cxn>
              <a:cxn ang="0">
                <a:pos x="connsiteX1" y="connsiteY1"/>
              </a:cxn>
              <a:cxn ang="0">
                <a:pos x="connsiteX2" y="connsiteY2"/>
              </a:cxn>
              <a:cxn ang="0">
                <a:pos x="connsiteX3" y="connsiteY3"/>
              </a:cxn>
            </a:cxnLst>
            <a:rect l="l" t="t" r="r" b="b"/>
            <a:pathLst>
              <a:path w="3977749" h="2758695">
                <a:moveTo>
                  <a:pt x="3977749" y="0"/>
                </a:moveTo>
                <a:lnTo>
                  <a:pt x="3977749" y="2758695"/>
                </a:lnTo>
                <a:lnTo>
                  <a:pt x="626774" y="2758695"/>
                </a:lnTo>
                <a:lnTo>
                  <a:pt x="0" y="2734703"/>
                </a:lnTo>
                <a:close/>
              </a:path>
            </a:pathLst>
          </a:custGeom>
          <a:solidFill>
            <a:srgbClr val="4F7FB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dirty="0">
              <a:solidFill>
                <a:prstClr val="black"/>
              </a:solidFill>
              <a:cs typeface="+mn-ea"/>
              <a:sym typeface="+mn-lt"/>
            </a:endParaRPr>
          </a:p>
        </p:txBody>
      </p:sp>
      <p:sp>
        <p:nvSpPr>
          <p:cNvPr id="43" name="1"/>
          <p:cNvSpPr/>
          <p:nvPr/>
        </p:nvSpPr>
        <p:spPr bwMode="auto">
          <a:xfrm>
            <a:off x="7875576" y="4899188"/>
            <a:ext cx="4339925" cy="1991063"/>
          </a:xfrm>
          <a:custGeom>
            <a:avLst/>
            <a:gdLst>
              <a:gd name="connsiteX0" fmla="*/ 4339925 w 4339925"/>
              <a:gd name="connsiteY0" fmla="*/ 0 h 1991063"/>
              <a:gd name="connsiteX1" fmla="*/ 4339925 w 4339925"/>
              <a:gd name="connsiteY1" fmla="*/ 913141 h 1991063"/>
              <a:gd name="connsiteX2" fmla="*/ 305017 w 4339925"/>
              <a:gd name="connsiteY2" fmla="*/ 1991063 h 1991063"/>
              <a:gd name="connsiteX3" fmla="*/ 0 w 4339925"/>
              <a:gd name="connsiteY3" fmla="*/ 1991063 h 1991063"/>
            </a:gdLst>
            <a:ahLst/>
            <a:cxnLst>
              <a:cxn ang="0">
                <a:pos x="connsiteX0" y="connsiteY0"/>
              </a:cxn>
              <a:cxn ang="0">
                <a:pos x="connsiteX1" y="connsiteY1"/>
              </a:cxn>
              <a:cxn ang="0">
                <a:pos x="connsiteX2" y="connsiteY2"/>
              </a:cxn>
              <a:cxn ang="0">
                <a:pos x="connsiteX3" y="connsiteY3"/>
              </a:cxn>
            </a:cxnLst>
            <a:rect l="l" t="t" r="r" b="b"/>
            <a:pathLst>
              <a:path w="4339925" h="1991063">
                <a:moveTo>
                  <a:pt x="4339925" y="0"/>
                </a:moveTo>
                <a:lnTo>
                  <a:pt x="4339925" y="913141"/>
                </a:lnTo>
                <a:lnTo>
                  <a:pt x="305017" y="1991063"/>
                </a:lnTo>
                <a:lnTo>
                  <a:pt x="0" y="1991063"/>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14" name="PA_矩形 3"/>
          <p:cNvSpPr txBox="1">
            <a:spLocks noChangeArrowheads="1"/>
          </p:cNvSpPr>
          <p:nvPr>
            <p:custDataLst>
              <p:tags r:id="rId1"/>
            </p:custDataLst>
          </p:nvPr>
        </p:nvSpPr>
        <p:spPr bwMode="auto">
          <a:xfrm>
            <a:off x="2032316" y="2548792"/>
            <a:ext cx="9037322" cy="21415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72" tIns="60936" rIns="121872" bIns="60936" numCol="1" anchor="t" anchorCtr="0" compatLnSpc="1">
            <a:normAutofit fontScale="77500" lnSpcReduction="20000"/>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a:defRPr>
            </a:lvl2pPr>
            <a:lvl3pPr algn="l" rtl="0" fontAlgn="base">
              <a:spcBef>
                <a:spcPct val="0"/>
              </a:spcBef>
              <a:spcAft>
                <a:spcPct val="0"/>
              </a:spcAft>
              <a:defRPr sz="2400">
                <a:solidFill>
                  <a:schemeClr val="tx2"/>
                </a:solidFill>
                <a:latin typeface="Arial" panose="020B0604020202020204" pitchFamily="34" charset="0"/>
                <a:ea typeface="微软雅黑"/>
              </a:defRPr>
            </a:lvl3pPr>
            <a:lvl4pPr algn="l" rtl="0" fontAlgn="base">
              <a:spcBef>
                <a:spcPct val="0"/>
              </a:spcBef>
              <a:spcAft>
                <a:spcPct val="0"/>
              </a:spcAft>
              <a:defRPr sz="2400">
                <a:solidFill>
                  <a:schemeClr val="tx2"/>
                </a:solidFill>
                <a:latin typeface="Arial" panose="020B0604020202020204" pitchFamily="34" charset="0"/>
                <a:ea typeface="微软雅黑"/>
              </a:defRPr>
            </a:lvl4pPr>
            <a:lvl5pPr algn="l" rtl="0" fontAlgn="base">
              <a:spcBef>
                <a:spcPct val="0"/>
              </a:spcBef>
              <a:spcAft>
                <a:spcPct val="0"/>
              </a:spcAft>
              <a:defRPr sz="2400">
                <a:solidFill>
                  <a:schemeClr val="tx2"/>
                </a:solidFill>
                <a:latin typeface="Arial" panose="020B0604020202020204" pitchFamily="34" charset="0"/>
                <a:ea typeface="微软雅黑"/>
              </a:defRPr>
            </a:lvl5pPr>
            <a:lvl6pPr marL="457200" algn="l" rtl="0" fontAlgn="base">
              <a:spcBef>
                <a:spcPct val="0"/>
              </a:spcBef>
              <a:spcAft>
                <a:spcPct val="0"/>
              </a:spcAft>
              <a:defRPr sz="2400">
                <a:solidFill>
                  <a:schemeClr val="tx2"/>
                </a:solidFill>
                <a:latin typeface="Arial" panose="020B0604020202020204" pitchFamily="34" charset="0"/>
                <a:ea typeface="微软雅黑"/>
              </a:defRPr>
            </a:lvl6pPr>
            <a:lvl7pPr marL="914400" algn="l" rtl="0" fontAlgn="base">
              <a:spcBef>
                <a:spcPct val="0"/>
              </a:spcBef>
              <a:spcAft>
                <a:spcPct val="0"/>
              </a:spcAft>
              <a:defRPr sz="2400">
                <a:solidFill>
                  <a:schemeClr val="tx2"/>
                </a:solidFill>
                <a:latin typeface="Arial" panose="020B0604020202020204" pitchFamily="34" charset="0"/>
                <a:ea typeface="微软雅黑"/>
              </a:defRPr>
            </a:lvl7pPr>
            <a:lvl8pPr marL="1371600" algn="l" rtl="0" fontAlgn="base">
              <a:spcBef>
                <a:spcPct val="0"/>
              </a:spcBef>
              <a:spcAft>
                <a:spcPct val="0"/>
              </a:spcAft>
              <a:defRPr sz="2400">
                <a:solidFill>
                  <a:schemeClr val="tx2"/>
                </a:solidFill>
                <a:latin typeface="Arial" panose="020B0604020202020204" pitchFamily="34" charset="0"/>
                <a:ea typeface="微软雅黑"/>
              </a:defRPr>
            </a:lvl8pPr>
            <a:lvl9pPr marL="1828800" algn="l" rtl="0" fontAlgn="base">
              <a:spcBef>
                <a:spcPct val="0"/>
              </a:spcBef>
              <a:spcAft>
                <a:spcPct val="0"/>
              </a:spcAft>
              <a:defRPr sz="2400">
                <a:solidFill>
                  <a:schemeClr val="tx2"/>
                </a:solidFill>
                <a:latin typeface="Arial" panose="020B0604020202020204" pitchFamily="34" charset="0"/>
                <a:ea typeface="微软雅黑"/>
              </a:defRPr>
            </a:lvl9pPr>
          </a:lstStyle>
          <a:p>
            <a:pPr lvl="0" algn="ctr">
              <a:lnSpc>
                <a:spcPct val="150000"/>
              </a:lnSpc>
              <a:defRPr/>
            </a:pPr>
            <a:r>
              <a:rPr lang="vi-VN" sz="33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Noto Sans" panose="020B0502040504020204" pitchFamily="34" charset="0"/>
                <a:cs typeface="Times New Roman" panose="02020603050405020304" pitchFamily="18" charset="0"/>
              </a:rPr>
              <a:t>XÂY DỰNG HỆ THỐNG QUẢN LÝ CỬA HÀNG NỘI THẤT TÍCH HỢP ĐA PHƯƠNG THỨC THANH TOÁN TRÊN ASP.NET MVC </a:t>
            </a:r>
            <a:br>
              <a:rPr lang="vi-VN" sz="2800" dirty="0"/>
            </a:br>
            <a:endParaRPr lang="en-US" altLang="vi-VN" sz="26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Noto Sans" panose="020B0502040504020204" pitchFamily="34" charset="0"/>
              <a:cs typeface="Times New Roman" panose="02020603050405020304" pitchFamily="18" charset="0"/>
              <a:sym typeface="+mn-lt"/>
            </a:endParaRPr>
          </a:p>
        </p:txBody>
      </p:sp>
      <p:sp>
        <p:nvSpPr>
          <p:cNvPr id="23" name="任意多边形 22"/>
          <p:cNvSpPr/>
          <p:nvPr/>
        </p:nvSpPr>
        <p:spPr>
          <a:xfrm>
            <a:off x="1685925" y="1945639"/>
            <a:ext cx="9744075" cy="2675785"/>
          </a:xfrm>
          <a:custGeom>
            <a:avLst/>
            <a:gdLst>
              <a:gd name="connsiteX0" fmla="*/ 0 w 6585492"/>
              <a:gd name="connsiteY0" fmla="*/ 0 h 2171406"/>
              <a:gd name="connsiteX1" fmla="*/ 1849289 w 6585492"/>
              <a:gd name="connsiteY1" fmla="*/ 0 h 2171406"/>
              <a:gd name="connsiteX2" fmla="*/ 1849289 w 6585492"/>
              <a:gd name="connsiteY2" fmla="*/ 149501 h 2171406"/>
              <a:gd name="connsiteX3" fmla="*/ 149501 w 6585492"/>
              <a:gd name="connsiteY3" fmla="*/ 149501 h 2171406"/>
              <a:gd name="connsiteX4" fmla="*/ 149501 w 6585492"/>
              <a:gd name="connsiteY4" fmla="*/ 2021905 h 2171406"/>
              <a:gd name="connsiteX5" fmla="*/ 6435991 w 6585492"/>
              <a:gd name="connsiteY5" fmla="*/ 2021905 h 2171406"/>
              <a:gd name="connsiteX6" fmla="*/ 6435991 w 6585492"/>
              <a:gd name="connsiteY6" fmla="*/ 149501 h 2171406"/>
              <a:gd name="connsiteX7" fmla="*/ 4399901 w 6585492"/>
              <a:gd name="connsiteY7" fmla="*/ 149501 h 2171406"/>
              <a:gd name="connsiteX8" fmla="*/ 4399901 w 6585492"/>
              <a:gd name="connsiteY8" fmla="*/ 0 h 2171406"/>
              <a:gd name="connsiteX9" fmla="*/ 6585492 w 6585492"/>
              <a:gd name="connsiteY9" fmla="*/ 0 h 2171406"/>
              <a:gd name="connsiteX10" fmla="*/ 6585492 w 6585492"/>
              <a:gd name="connsiteY10" fmla="*/ 2171406 h 2171406"/>
              <a:gd name="connsiteX11" fmla="*/ 0 w 6585492"/>
              <a:gd name="connsiteY11" fmla="*/ 2171406 h 2171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85492" h="2171406">
                <a:moveTo>
                  <a:pt x="0" y="0"/>
                </a:moveTo>
                <a:lnTo>
                  <a:pt x="1849289" y="0"/>
                </a:lnTo>
                <a:lnTo>
                  <a:pt x="1849289" y="149501"/>
                </a:lnTo>
                <a:lnTo>
                  <a:pt x="149501" y="149501"/>
                </a:lnTo>
                <a:lnTo>
                  <a:pt x="149501" y="2021905"/>
                </a:lnTo>
                <a:lnTo>
                  <a:pt x="6435991" y="2021905"/>
                </a:lnTo>
                <a:lnTo>
                  <a:pt x="6435991" y="149501"/>
                </a:lnTo>
                <a:lnTo>
                  <a:pt x="4399901" y="149501"/>
                </a:lnTo>
                <a:lnTo>
                  <a:pt x="4399901" y="0"/>
                </a:lnTo>
                <a:lnTo>
                  <a:pt x="6585492" y="0"/>
                </a:lnTo>
                <a:lnTo>
                  <a:pt x="6585492" y="2171406"/>
                </a:lnTo>
                <a:lnTo>
                  <a:pt x="0" y="2171406"/>
                </a:lnTo>
                <a:close/>
              </a:path>
            </a:pathLst>
          </a:cu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2" name="Freeform 6"/>
          <p:cNvSpPr>
            <a:spLocks noEditPoints="1"/>
          </p:cNvSpPr>
          <p:nvPr/>
        </p:nvSpPr>
        <p:spPr bwMode="auto">
          <a:xfrm>
            <a:off x="5768340" y="1238250"/>
            <a:ext cx="1565275" cy="1246505"/>
          </a:xfrm>
          <a:custGeom>
            <a:avLst/>
            <a:gdLst>
              <a:gd name="T0" fmla="*/ 725 w 1364"/>
              <a:gd name="T1" fmla="*/ 847 h 1123"/>
              <a:gd name="T2" fmla="*/ 51 w 1364"/>
              <a:gd name="T3" fmla="*/ 757 h 1123"/>
              <a:gd name="T4" fmla="*/ 1159 w 1364"/>
              <a:gd name="T5" fmla="*/ 786 h 1123"/>
              <a:gd name="T6" fmla="*/ 1143 w 1364"/>
              <a:gd name="T7" fmla="*/ 765 h 1123"/>
              <a:gd name="T8" fmla="*/ 720 w 1364"/>
              <a:gd name="T9" fmla="*/ 805 h 1123"/>
              <a:gd name="T10" fmla="*/ 57 w 1364"/>
              <a:gd name="T11" fmla="*/ 484 h 1123"/>
              <a:gd name="T12" fmla="*/ 733 w 1364"/>
              <a:gd name="T13" fmla="*/ 828 h 1123"/>
              <a:gd name="T14" fmla="*/ 1158 w 1364"/>
              <a:gd name="T15" fmla="*/ 621 h 1123"/>
              <a:gd name="T16" fmla="*/ 720 w 1364"/>
              <a:gd name="T17" fmla="*/ 805 h 1123"/>
              <a:gd name="T18" fmla="*/ 1001 w 1364"/>
              <a:gd name="T19" fmla="*/ 579 h 1123"/>
              <a:gd name="T20" fmla="*/ 990 w 1364"/>
              <a:gd name="T21" fmla="*/ 441 h 1123"/>
              <a:gd name="T22" fmla="*/ 284 w 1364"/>
              <a:gd name="T23" fmla="*/ 432 h 1123"/>
              <a:gd name="T24" fmla="*/ 71 w 1364"/>
              <a:gd name="T25" fmla="*/ 478 h 1123"/>
              <a:gd name="T26" fmla="*/ 720 w 1364"/>
              <a:gd name="T27" fmla="*/ 1101 h 1123"/>
              <a:gd name="T28" fmla="*/ 57 w 1364"/>
              <a:gd name="T29" fmla="*/ 780 h 1123"/>
              <a:gd name="T30" fmla="*/ 733 w 1364"/>
              <a:gd name="T31" fmla="*/ 1123 h 1123"/>
              <a:gd name="T32" fmla="*/ 1158 w 1364"/>
              <a:gd name="T33" fmla="*/ 917 h 1123"/>
              <a:gd name="T34" fmla="*/ 720 w 1364"/>
              <a:gd name="T35" fmla="*/ 1101 h 1123"/>
              <a:gd name="T36" fmla="*/ 1067 w 1364"/>
              <a:gd name="T37" fmla="*/ 344 h 1123"/>
              <a:gd name="T38" fmla="*/ 1056 w 1364"/>
              <a:gd name="T39" fmla="*/ 368 h 1123"/>
              <a:gd name="T40" fmla="*/ 1063 w 1364"/>
              <a:gd name="T41" fmla="*/ 404 h 1123"/>
              <a:gd name="T42" fmla="*/ 1035 w 1364"/>
              <a:gd name="T43" fmla="*/ 562 h 1123"/>
              <a:gd name="T44" fmla="*/ 1115 w 1364"/>
              <a:gd name="T45" fmla="*/ 422 h 1123"/>
              <a:gd name="T46" fmla="*/ 1106 w 1364"/>
              <a:gd name="T47" fmla="*/ 389 h 1123"/>
              <a:gd name="T48" fmla="*/ 1114 w 1364"/>
              <a:gd name="T49" fmla="*/ 352 h 1123"/>
              <a:gd name="T50" fmla="*/ 1104 w 1364"/>
              <a:gd name="T51" fmla="*/ 226 h 1123"/>
              <a:gd name="T52" fmla="*/ 1356 w 1364"/>
              <a:gd name="T53" fmla="*/ 174 h 1123"/>
              <a:gd name="T54" fmla="*/ 773 w 1364"/>
              <a:gd name="T55" fmla="*/ 4 h 1123"/>
              <a:gd name="T56" fmla="*/ 413 w 1364"/>
              <a:gd name="T57" fmla="*/ 28 h 1123"/>
              <a:gd name="T58" fmla="*/ 11 w 1364"/>
              <a:gd name="T59" fmla="*/ 76 h 1123"/>
              <a:gd name="T60" fmla="*/ 480 w 1364"/>
              <a:gd name="T61" fmla="*/ 323 h 1123"/>
              <a:gd name="T62" fmla="*/ 1039 w 1364"/>
              <a:gd name="T63" fmla="*/ 238 h 1123"/>
              <a:gd name="T64" fmla="*/ 628 w 1364"/>
              <a:gd name="T65" fmla="*/ 161 h 1123"/>
              <a:gd name="T66" fmla="*/ 1054 w 1364"/>
              <a:gd name="T67" fmla="*/ 204 h 1123"/>
              <a:gd name="T68" fmla="*/ 961 w 1364"/>
              <a:gd name="T69" fmla="*/ 281 h 1123"/>
              <a:gd name="T70" fmla="*/ 315 w 1364"/>
              <a:gd name="T71" fmla="*/ 432 h 1123"/>
              <a:gd name="T72" fmla="*/ 466 w 1364"/>
              <a:gd name="T73" fmla="*/ 350 h 1123"/>
              <a:gd name="T74" fmla="*/ 961 w 1364"/>
              <a:gd name="T75" fmla="*/ 281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64" h="1123">
                <a:moveTo>
                  <a:pt x="717" y="953"/>
                </a:moveTo>
                <a:cubicBezTo>
                  <a:pt x="707" y="917"/>
                  <a:pt x="707" y="881"/>
                  <a:pt x="725" y="847"/>
                </a:cubicBezTo>
                <a:lnTo>
                  <a:pt x="54" y="632"/>
                </a:lnTo>
                <a:cubicBezTo>
                  <a:pt x="28" y="665"/>
                  <a:pt x="21" y="710"/>
                  <a:pt x="51" y="757"/>
                </a:cubicBezTo>
                <a:lnTo>
                  <a:pt x="730" y="975"/>
                </a:lnTo>
                <a:lnTo>
                  <a:pt x="1159" y="786"/>
                </a:lnTo>
                <a:cubicBezTo>
                  <a:pt x="1170" y="781"/>
                  <a:pt x="1169" y="773"/>
                  <a:pt x="1155" y="768"/>
                </a:cubicBezTo>
                <a:lnTo>
                  <a:pt x="1143" y="765"/>
                </a:lnTo>
                <a:lnTo>
                  <a:pt x="717" y="953"/>
                </a:lnTo>
                <a:close/>
                <a:moveTo>
                  <a:pt x="720" y="805"/>
                </a:moveTo>
                <a:cubicBezTo>
                  <a:pt x="710" y="770"/>
                  <a:pt x="710" y="734"/>
                  <a:pt x="729" y="700"/>
                </a:cubicBezTo>
                <a:lnTo>
                  <a:pt x="57" y="484"/>
                </a:lnTo>
                <a:cubicBezTo>
                  <a:pt x="31" y="518"/>
                  <a:pt x="24" y="563"/>
                  <a:pt x="55" y="610"/>
                </a:cubicBezTo>
                <a:lnTo>
                  <a:pt x="733" y="828"/>
                </a:lnTo>
                <a:lnTo>
                  <a:pt x="1162" y="639"/>
                </a:lnTo>
                <a:cubicBezTo>
                  <a:pt x="1174" y="633"/>
                  <a:pt x="1172" y="626"/>
                  <a:pt x="1158" y="621"/>
                </a:cubicBezTo>
                <a:lnTo>
                  <a:pt x="1146" y="617"/>
                </a:lnTo>
                <a:lnTo>
                  <a:pt x="720" y="805"/>
                </a:lnTo>
                <a:close/>
                <a:moveTo>
                  <a:pt x="742" y="694"/>
                </a:moveTo>
                <a:lnTo>
                  <a:pt x="1001" y="579"/>
                </a:lnTo>
                <a:lnTo>
                  <a:pt x="1021" y="451"/>
                </a:lnTo>
                <a:lnTo>
                  <a:pt x="990" y="441"/>
                </a:lnTo>
                <a:cubicBezTo>
                  <a:pt x="976" y="548"/>
                  <a:pt x="711" y="556"/>
                  <a:pt x="638" y="556"/>
                </a:cubicBezTo>
                <a:cubicBezTo>
                  <a:pt x="562" y="556"/>
                  <a:pt x="284" y="548"/>
                  <a:pt x="284" y="432"/>
                </a:cubicBezTo>
                <a:lnTo>
                  <a:pt x="284" y="384"/>
                </a:lnTo>
                <a:lnTo>
                  <a:pt x="71" y="478"/>
                </a:lnTo>
                <a:lnTo>
                  <a:pt x="742" y="694"/>
                </a:lnTo>
                <a:close/>
                <a:moveTo>
                  <a:pt x="720" y="1101"/>
                </a:moveTo>
                <a:cubicBezTo>
                  <a:pt x="710" y="1066"/>
                  <a:pt x="710" y="1030"/>
                  <a:pt x="728" y="995"/>
                </a:cubicBezTo>
                <a:lnTo>
                  <a:pt x="57" y="780"/>
                </a:lnTo>
                <a:cubicBezTo>
                  <a:pt x="31" y="814"/>
                  <a:pt x="24" y="858"/>
                  <a:pt x="54" y="906"/>
                </a:cubicBezTo>
                <a:lnTo>
                  <a:pt x="733" y="1123"/>
                </a:lnTo>
                <a:lnTo>
                  <a:pt x="1162" y="934"/>
                </a:lnTo>
                <a:cubicBezTo>
                  <a:pt x="1173" y="929"/>
                  <a:pt x="1171" y="921"/>
                  <a:pt x="1158" y="917"/>
                </a:cubicBezTo>
                <a:lnTo>
                  <a:pt x="1146" y="913"/>
                </a:lnTo>
                <a:lnTo>
                  <a:pt x="720" y="1101"/>
                </a:lnTo>
                <a:close/>
                <a:moveTo>
                  <a:pt x="1067" y="219"/>
                </a:moveTo>
                <a:lnTo>
                  <a:pt x="1067" y="344"/>
                </a:lnTo>
                <a:cubicBezTo>
                  <a:pt x="1062" y="345"/>
                  <a:pt x="1058" y="348"/>
                  <a:pt x="1058" y="352"/>
                </a:cubicBezTo>
                <a:lnTo>
                  <a:pt x="1056" y="368"/>
                </a:lnTo>
                <a:cubicBezTo>
                  <a:pt x="1056" y="378"/>
                  <a:pt x="1065" y="382"/>
                  <a:pt x="1064" y="389"/>
                </a:cubicBezTo>
                <a:lnTo>
                  <a:pt x="1063" y="404"/>
                </a:lnTo>
                <a:cubicBezTo>
                  <a:pt x="1063" y="410"/>
                  <a:pt x="1057" y="415"/>
                  <a:pt x="1056" y="422"/>
                </a:cubicBezTo>
                <a:lnTo>
                  <a:pt x="1035" y="562"/>
                </a:lnTo>
                <a:cubicBezTo>
                  <a:pt x="1043" y="579"/>
                  <a:pt x="1127" y="579"/>
                  <a:pt x="1136" y="562"/>
                </a:cubicBezTo>
                <a:lnTo>
                  <a:pt x="1115" y="422"/>
                </a:lnTo>
                <a:cubicBezTo>
                  <a:pt x="1114" y="415"/>
                  <a:pt x="1108" y="410"/>
                  <a:pt x="1107" y="404"/>
                </a:cubicBezTo>
                <a:lnTo>
                  <a:pt x="1106" y="389"/>
                </a:lnTo>
                <a:cubicBezTo>
                  <a:pt x="1106" y="381"/>
                  <a:pt x="1115" y="379"/>
                  <a:pt x="1115" y="369"/>
                </a:cubicBezTo>
                <a:lnTo>
                  <a:pt x="1114" y="352"/>
                </a:lnTo>
                <a:cubicBezTo>
                  <a:pt x="1113" y="347"/>
                  <a:pt x="1109" y="344"/>
                  <a:pt x="1104" y="344"/>
                </a:cubicBezTo>
                <a:cubicBezTo>
                  <a:pt x="1104" y="218"/>
                  <a:pt x="1104" y="362"/>
                  <a:pt x="1104" y="226"/>
                </a:cubicBezTo>
                <a:lnTo>
                  <a:pt x="1356" y="183"/>
                </a:lnTo>
                <a:cubicBezTo>
                  <a:pt x="1362" y="182"/>
                  <a:pt x="1364" y="177"/>
                  <a:pt x="1356" y="174"/>
                </a:cubicBezTo>
                <a:cubicBezTo>
                  <a:pt x="1235" y="139"/>
                  <a:pt x="1125" y="107"/>
                  <a:pt x="1024" y="77"/>
                </a:cubicBezTo>
                <a:cubicBezTo>
                  <a:pt x="934" y="51"/>
                  <a:pt x="850" y="26"/>
                  <a:pt x="773" y="4"/>
                </a:cubicBezTo>
                <a:cubicBezTo>
                  <a:pt x="759" y="0"/>
                  <a:pt x="750" y="0"/>
                  <a:pt x="736" y="1"/>
                </a:cubicBezTo>
                <a:cubicBezTo>
                  <a:pt x="635" y="9"/>
                  <a:pt x="527" y="18"/>
                  <a:pt x="413" y="28"/>
                </a:cubicBezTo>
                <a:cubicBezTo>
                  <a:pt x="289" y="39"/>
                  <a:pt x="155" y="50"/>
                  <a:pt x="12" y="62"/>
                </a:cubicBezTo>
                <a:cubicBezTo>
                  <a:pt x="0" y="64"/>
                  <a:pt x="3" y="73"/>
                  <a:pt x="11" y="76"/>
                </a:cubicBezTo>
                <a:cubicBezTo>
                  <a:pt x="68" y="106"/>
                  <a:pt x="130" y="139"/>
                  <a:pt x="198" y="175"/>
                </a:cubicBezTo>
                <a:cubicBezTo>
                  <a:pt x="281" y="219"/>
                  <a:pt x="374" y="268"/>
                  <a:pt x="480" y="323"/>
                </a:cubicBezTo>
                <a:cubicBezTo>
                  <a:pt x="489" y="328"/>
                  <a:pt x="508" y="330"/>
                  <a:pt x="523" y="327"/>
                </a:cubicBezTo>
                <a:cubicBezTo>
                  <a:pt x="695" y="298"/>
                  <a:pt x="867" y="268"/>
                  <a:pt x="1039" y="238"/>
                </a:cubicBezTo>
                <a:cubicBezTo>
                  <a:pt x="1038" y="232"/>
                  <a:pt x="1036" y="229"/>
                  <a:pt x="1029" y="227"/>
                </a:cubicBezTo>
                <a:lnTo>
                  <a:pt x="628" y="161"/>
                </a:lnTo>
                <a:cubicBezTo>
                  <a:pt x="593" y="156"/>
                  <a:pt x="599" y="131"/>
                  <a:pt x="619" y="134"/>
                </a:cubicBezTo>
                <a:lnTo>
                  <a:pt x="1054" y="204"/>
                </a:lnTo>
                <a:cubicBezTo>
                  <a:pt x="1062" y="206"/>
                  <a:pt x="1066" y="211"/>
                  <a:pt x="1067" y="219"/>
                </a:cubicBezTo>
                <a:close/>
                <a:moveTo>
                  <a:pt x="961" y="281"/>
                </a:moveTo>
                <a:lnTo>
                  <a:pt x="961" y="432"/>
                </a:lnTo>
                <a:cubicBezTo>
                  <a:pt x="961" y="557"/>
                  <a:pt x="315" y="557"/>
                  <a:pt x="315" y="432"/>
                </a:cubicBezTo>
                <a:lnTo>
                  <a:pt x="315" y="270"/>
                </a:lnTo>
                <a:cubicBezTo>
                  <a:pt x="365" y="296"/>
                  <a:pt x="415" y="323"/>
                  <a:pt x="466" y="350"/>
                </a:cubicBezTo>
                <a:cubicBezTo>
                  <a:pt x="483" y="359"/>
                  <a:pt x="509" y="360"/>
                  <a:pt x="528" y="357"/>
                </a:cubicBezTo>
                <a:cubicBezTo>
                  <a:pt x="672" y="331"/>
                  <a:pt x="816" y="306"/>
                  <a:pt x="961" y="281"/>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Rectangle 30"/>
          <p:cNvSpPr/>
          <p:nvPr/>
        </p:nvSpPr>
        <p:spPr>
          <a:xfrm flipH="1">
            <a:off x="2493438" y="4835293"/>
            <a:ext cx="2383008" cy="887195"/>
          </a:xfrm>
          <a:prstGeom prst="rect">
            <a:avLst/>
          </a:prstGeom>
          <a:noFill/>
          <a:extLst>
            <a:ext uri="{909E8E84-426E-40DD-AFC4-6F175D3DCCD1}">
              <a14:hiddenFill xmlns:a14="http://schemas.microsoft.com/office/drawing/2010/main">
                <a:solidFill>
                  <a:srgbClr val="083473"/>
                </a:solidFill>
              </a14:hiddenFill>
            </a:ext>
          </a:extLst>
        </p:spPr>
        <p:txBody>
          <a:bodyPr wrap="square">
            <a:noAutofit/>
          </a:bodyPr>
          <a:lstStyle/>
          <a:p>
            <a:r>
              <a:rPr lang="vi-VN" altLang="vi-VN" b="1" dirty="0">
                <a:solidFill>
                  <a:schemeClr val="tx1"/>
                </a:solidFill>
                <a:latin typeface="Times New Roman" panose="02020603050405020304" pitchFamily="18" charset="0"/>
                <a:ea typeface="Noto Sans"/>
                <a:cs typeface="Times New Roman" panose="02020603050405020304" pitchFamily="18" charset="0"/>
              </a:rPr>
              <a:t>Giáo viên hướng dẫn: </a:t>
            </a:r>
            <a:r>
              <a:rPr lang="vi-VN" altLang="vi-VN" b="1" dirty="0" err="1">
                <a:solidFill>
                  <a:schemeClr val="tx1"/>
                </a:solidFill>
                <a:latin typeface="Times New Roman" panose="02020603050405020304" pitchFamily="18" charset="0"/>
                <a:ea typeface="Noto Sans"/>
                <a:cs typeface="Times New Roman" panose="02020603050405020304" pitchFamily="18" charset="0"/>
              </a:rPr>
              <a:t>Ths</a:t>
            </a:r>
            <a:r>
              <a:rPr lang="vi-VN" altLang="vi-VN" b="1" dirty="0">
                <a:solidFill>
                  <a:schemeClr val="tx1"/>
                </a:solidFill>
                <a:latin typeface="Times New Roman" panose="02020603050405020304" pitchFamily="18" charset="0"/>
                <a:ea typeface="Noto Sans"/>
                <a:cs typeface="Times New Roman" panose="02020603050405020304" pitchFamily="18" charset="0"/>
              </a:rPr>
              <a:t> Lê Minh Lý </a:t>
            </a:r>
            <a:endParaRPr lang="en-US" altLang="vi-VN" b="1" dirty="0">
              <a:solidFill>
                <a:schemeClr val="tx1"/>
              </a:solidFill>
              <a:latin typeface="Times New Roman" panose="02020603050405020304" pitchFamily="18" charset="0"/>
              <a:ea typeface="Noto Sans"/>
              <a:cs typeface="Times New Roman" panose="02020603050405020304" pitchFamily="18" charset="0"/>
            </a:endParaRPr>
          </a:p>
          <a:p>
            <a:r>
              <a:rPr lang="en-US"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MSCB: 2301</a:t>
            </a:r>
            <a:endParaRPr lang="vi-VN" altLang="vi-VN" b="1" dirty="0">
              <a:solidFill>
                <a:schemeClr val="tx1"/>
              </a:solidFill>
              <a:latin typeface="Times New Roman" panose="02020603050405020304" pitchFamily="18" charset="0"/>
              <a:ea typeface="Noto Sans"/>
              <a:cs typeface="Times New Roman" panose="02020603050405020304" pitchFamily="18" charset="0"/>
            </a:endParaRPr>
          </a:p>
        </p:txBody>
      </p:sp>
      <p:sp>
        <p:nvSpPr>
          <p:cNvPr id="3" name="矩形 2"/>
          <p:cNvSpPr/>
          <p:nvPr/>
        </p:nvSpPr>
        <p:spPr>
          <a:xfrm rot="18903724">
            <a:off x="-612775" y="5980430"/>
            <a:ext cx="4185285" cy="3201035"/>
          </a:xfrm>
          <a:prstGeom prst="rect">
            <a:avLst/>
          </a:prstGeom>
          <a:solidFill>
            <a:srgbClr val="7BA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ctangle 30">
            <a:extLst>
              <a:ext uri="{FF2B5EF4-FFF2-40B4-BE49-F238E27FC236}">
                <a16:creationId xmlns:a16="http://schemas.microsoft.com/office/drawing/2014/main" id="{9E7690F8-2F7A-6662-4C83-B05584620B78}"/>
              </a:ext>
            </a:extLst>
          </p:cNvPr>
          <p:cNvSpPr/>
          <p:nvPr/>
        </p:nvSpPr>
        <p:spPr>
          <a:xfrm flipH="1">
            <a:off x="8056743" y="4795835"/>
            <a:ext cx="2383008" cy="1194336"/>
          </a:xfrm>
          <a:prstGeom prst="rect">
            <a:avLst/>
          </a:prstGeom>
          <a:noFill/>
          <a:extLst>
            <a:ext uri="{909E8E84-426E-40DD-AFC4-6F175D3DCCD1}">
              <a14:hiddenFill xmlns:a14="http://schemas.microsoft.com/office/drawing/2010/main">
                <a:solidFill>
                  <a:srgbClr val="083473"/>
                </a:solidFill>
              </a14:hiddenFill>
            </a:ext>
          </a:extLst>
        </p:spPr>
        <p:txBody>
          <a:bodyPr wrap="square">
            <a:noAutofit/>
          </a:bodyPr>
          <a:lstStyle/>
          <a:p>
            <a:r>
              <a:rPr lang="vi-VN" altLang="vi-VN" b="1" dirty="0">
                <a:solidFill>
                  <a:schemeClr val="tx1"/>
                </a:solidFill>
                <a:latin typeface="Times New Roman" panose="02020603050405020304" pitchFamily="18" charset="0"/>
                <a:ea typeface="Noto Sans"/>
                <a:cs typeface="Times New Roman" panose="02020603050405020304" pitchFamily="18" charset="0"/>
              </a:rPr>
              <a:t>Sinh viên thực hiện</a:t>
            </a:r>
          </a:p>
          <a:p>
            <a:r>
              <a:rPr lang="en-US" altLang="vi-VN" b="1" dirty="0" err="1">
                <a:latin typeface="Times New Roman" panose="02020603050405020304" pitchFamily="18" charset="0"/>
                <a:ea typeface="Noto Sans"/>
                <a:cs typeface="Times New Roman" panose="02020603050405020304" pitchFamily="18" charset="0"/>
              </a:rPr>
              <a:t>Huỳnh</a:t>
            </a:r>
            <a:r>
              <a:rPr lang="en-US" altLang="vi-VN" b="1" dirty="0">
                <a:latin typeface="Times New Roman" panose="02020603050405020304" pitchFamily="18" charset="0"/>
                <a:ea typeface="Noto Sans"/>
                <a:cs typeface="Times New Roman" panose="02020603050405020304" pitchFamily="18" charset="0"/>
              </a:rPr>
              <a:t> Minh </a:t>
            </a:r>
            <a:r>
              <a:rPr lang="en-US" altLang="vi-VN" b="1" dirty="0" err="1">
                <a:latin typeface="Times New Roman" panose="02020603050405020304" pitchFamily="18" charset="0"/>
                <a:ea typeface="Noto Sans"/>
                <a:cs typeface="Times New Roman" panose="02020603050405020304" pitchFamily="18" charset="0"/>
              </a:rPr>
              <a:t>Ngọ</a:t>
            </a:r>
            <a:endParaRPr lang="vi-VN" altLang="vi-VN" b="1" dirty="0">
              <a:solidFill>
                <a:schemeClr val="tx1"/>
              </a:solidFill>
              <a:latin typeface="Times New Roman" panose="02020603050405020304" pitchFamily="18" charset="0"/>
              <a:ea typeface="Noto Sans"/>
              <a:cs typeface="Times New Roman" panose="02020603050405020304" pitchFamily="18" charset="0"/>
            </a:endParaRPr>
          </a:p>
          <a:p>
            <a:r>
              <a:rPr lang="vi-VN" altLang="vi-VN" b="1" dirty="0">
                <a:solidFill>
                  <a:schemeClr val="tx1"/>
                </a:solidFill>
                <a:latin typeface="Times New Roman" panose="02020603050405020304" pitchFamily="18" charset="0"/>
                <a:ea typeface="Noto Sans"/>
                <a:cs typeface="Times New Roman" panose="02020603050405020304" pitchFamily="18" charset="0"/>
              </a:rPr>
              <a:t>Mã số: </a:t>
            </a:r>
            <a:r>
              <a:rPr lang="en-US" altLang="vi-VN" b="1" dirty="0">
                <a:latin typeface="Times New Roman" panose="02020603050405020304" pitchFamily="18" charset="0"/>
                <a:ea typeface="Noto Sans"/>
                <a:cs typeface="Times New Roman" panose="02020603050405020304" pitchFamily="18" charset="0"/>
              </a:rPr>
              <a:t>B2105552</a:t>
            </a:r>
            <a:endParaRPr lang="vi-VN" altLang="vi-VN" b="1" dirty="0">
              <a:solidFill>
                <a:schemeClr val="tx1"/>
              </a:solidFill>
              <a:latin typeface="Times New Roman" panose="02020603050405020304" pitchFamily="18" charset="0"/>
              <a:ea typeface="Noto Sans"/>
              <a:cs typeface="Times New Roman" panose="02020603050405020304" pitchFamily="18" charset="0"/>
            </a:endParaRPr>
          </a:p>
          <a:p>
            <a:r>
              <a:rPr lang="vi-VN" altLang="vi-VN" b="1" dirty="0">
                <a:solidFill>
                  <a:schemeClr val="tx1"/>
                </a:solidFill>
                <a:latin typeface="Times New Roman" panose="02020603050405020304" pitchFamily="18" charset="0"/>
                <a:ea typeface="Noto Sans"/>
                <a:cs typeface="Times New Roman" panose="02020603050405020304" pitchFamily="18" charset="0"/>
              </a:rPr>
              <a:t>Khóa: 47</a:t>
            </a:r>
          </a:p>
        </p:txBody>
      </p:sp>
      <p:pic>
        <p:nvPicPr>
          <p:cNvPr id="1026" name="Picture 2">
            <a:extLst>
              <a:ext uri="{FF2B5EF4-FFF2-40B4-BE49-F238E27FC236}">
                <a16:creationId xmlns:a16="http://schemas.microsoft.com/office/drawing/2014/main" id="{3686F071-E567-E82E-B961-90FD26039AF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9352" y="-23585"/>
            <a:ext cx="7848998" cy="1130976"/>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306BE5FB-ECE9-4B58-B60E-27DFC1635E39}"/>
              </a:ext>
            </a:extLst>
          </p:cNvPr>
          <p:cNvSpPr>
            <a:spLocks noGrp="1"/>
          </p:cNvSpPr>
          <p:nvPr>
            <p:ph type="sldNum" sz="quarter" idx="12"/>
          </p:nvPr>
        </p:nvSpPr>
        <p:spPr/>
        <p:txBody>
          <a:bodyPr/>
          <a:lstStyle/>
          <a:p>
            <a:fld id="{82952373-7980-4DA7-9ADE-54D716DB38BB}" type="slidenum">
              <a:rPr lang="vi-VN" altLang="vi-VN" smtClean="0">
                <a:solidFill>
                  <a:schemeClr val="tx1"/>
                </a:solidFill>
                <a:latin typeface="Noto Sans"/>
                <a:ea typeface="Noto Sans"/>
              </a:rPr>
              <a:t>1</a:t>
            </a:fld>
            <a:endParaRPr lang="zh-CN" altLang="en-US"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0-#ppt_h/2"/>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fill="hold"/>
                                        <p:tgtEl>
                                          <p:spTgt spid="36"/>
                                        </p:tgtEl>
                                        <p:attrNameLst>
                                          <p:attrName>ppt_x</p:attrName>
                                        </p:attrNameLst>
                                      </p:cBhvr>
                                      <p:tavLst>
                                        <p:tav tm="0">
                                          <p:val>
                                            <p:strVal val="0-#ppt_w/2"/>
                                          </p:val>
                                        </p:tav>
                                        <p:tav tm="100000">
                                          <p:val>
                                            <p:strVal val="#ppt_x"/>
                                          </p:val>
                                        </p:tav>
                                      </p:tavLst>
                                    </p:anim>
                                    <p:anim calcmode="lin" valueType="num">
                                      <p:cBhvr additive="base">
                                        <p:cTn id="12" dur="500" fill="hold"/>
                                        <p:tgtEl>
                                          <p:spTgt spid="36"/>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 calcmode="lin" valueType="num">
                                      <p:cBhvr additive="base">
                                        <p:cTn id="23" dur="500" fill="hold"/>
                                        <p:tgtEl>
                                          <p:spTgt spid="43"/>
                                        </p:tgtEl>
                                        <p:attrNameLst>
                                          <p:attrName>ppt_x</p:attrName>
                                        </p:attrNameLst>
                                      </p:cBhvr>
                                      <p:tavLst>
                                        <p:tav tm="0">
                                          <p:val>
                                            <p:strVal val="0-#ppt_w/2"/>
                                          </p:val>
                                        </p:tav>
                                        <p:tav tm="100000">
                                          <p:val>
                                            <p:strVal val="#ppt_x"/>
                                          </p:val>
                                        </p:tav>
                                      </p:tavLst>
                                    </p:anim>
                                    <p:anim calcmode="lin" valueType="num">
                                      <p:cBhvr additive="base">
                                        <p:cTn id="24" dur="500" fill="hold"/>
                                        <p:tgtEl>
                                          <p:spTgt spid="43"/>
                                        </p:tgtEl>
                                        <p:attrNameLst>
                                          <p:attrName>ppt_y</p:attrName>
                                        </p:attrNameLst>
                                      </p:cBhvr>
                                      <p:tavLst>
                                        <p:tav tm="0">
                                          <p:val>
                                            <p:strVal val="#ppt_y"/>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500" fill="hold"/>
                                        <p:tgtEl>
                                          <p:spTgt spid="44"/>
                                        </p:tgtEl>
                                        <p:attrNameLst>
                                          <p:attrName>ppt_x</p:attrName>
                                        </p:attrNameLst>
                                      </p:cBhvr>
                                      <p:tavLst>
                                        <p:tav tm="0">
                                          <p:val>
                                            <p:strVal val="#ppt_x"/>
                                          </p:val>
                                        </p:tav>
                                        <p:tav tm="100000">
                                          <p:val>
                                            <p:strVal val="#ppt_x"/>
                                          </p:val>
                                        </p:tav>
                                      </p:tavLst>
                                    </p:anim>
                                    <p:anim calcmode="lin" valueType="num">
                                      <p:cBhvr additive="base">
                                        <p:cTn id="28" dur="500" fill="hold"/>
                                        <p:tgtEl>
                                          <p:spTgt spid="44"/>
                                        </p:tgtEl>
                                        <p:attrNameLst>
                                          <p:attrName>ppt_y</p:attrName>
                                        </p:attrNameLst>
                                      </p:cBhvr>
                                      <p:tavLst>
                                        <p:tav tm="0">
                                          <p:val>
                                            <p:strVal val="0-#ppt_h/2"/>
                                          </p:val>
                                        </p:tav>
                                        <p:tav tm="100000">
                                          <p:val>
                                            <p:strVal val="#ppt_y"/>
                                          </p:val>
                                        </p:tav>
                                      </p:tavLst>
                                    </p:anim>
                                  </p:childTnLst>
                                </p:cTn>
                              </p:par>
                            </p:childTnLst>
                          </p:cTn>
                        </p:par>
                        <p:par>
                          <p:cTn id="29" fill="hold" nodeType="afterGroup">
                            <p:stCondLst>
                              <p:cond delay="500"/>
                            </p:stCondLst>
                            <p:childTnLst>
                              <p:par>
                                <p:cTn id="30" presetID="16" presetClass="entr" presetSubtype="21"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arn(inVertical)">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P spid="36" grpId="0" animBg="1"/>
      <p:bldP spid="44" grpId="0" animBg="1"/>
      <p:bldP spid="42" grpId="0" animBg="1"/>
      <p:bldP spid="43" grpId="0" animBg="1"/>
      <p:bldP spid="14" grpId="0"/>
      <p:bldP spid="2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3612473">
            <a:off x="-4487264" y="4569308"/>
            <a:ext cx="10997920" cy="663454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0"/>
          </a:p>
        </p:txBody>
      </p:sp>
      <p:sp>
        <p:nvSpPr>
          <p:cNvPr id="3" name="矩形 2"/>
          <p:cNvSpPr/>
          <p:nvPr/>
        </p:nvSpPr>
        <p:spPr>
          <a:xfrm rot="18916618">
            <a:off x="-4501026" y="-2005939"/>
            <a:ext cx="10997920" cy="66345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0"/>
          </a:p>
        </p:txBody>
      </p:sp>
      <p:sp>
        <p:nvSpPr>
          <p:cNvPr id="5" name="矩形 4"/>
          <p:cNvSpPr/>
          <p:nvPr/>
        </p:nvSpPr>
        <p:spPr>
          <a:xfrm rot="13612473">
            <a:off x="9298517" y="-4007102"/>
            <a:ext cx="10997920" cy="6634540"/>
          </a:xfrm>
          <a:prstGeom prst="rect">
            <a:avLst/>
          </a:prstGeom>
          <a:solidFill>
            <a:srgbClr val="0834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0"/>
          </a:p>
        </p:txBody>
      </p:sp>
      <p:pic>
        <p:nvPicPr>
          <p:cNvPr id="2" name="图片 1"/>
          <p:cNvPicPr>
            <a:picLocks noChangeAspect="1"/>
          </p:cNvPicPr>
          <p:nvPr/>
        </p:nvPicPr>
        <p:blipFill>
          <a:blip r:embed="rId3"/>
          <a:stretch>
            <a:fillRect/>
          </a:stretch>
        </p:blipFill>
        <p:spPr>
          <a:xfrm>
            <a:off x="9827929" y="7750656"/>
            <a:ext cx="12138597" cy="6828536"/>
          </a:xfrm>
          <a:prstGeom prst="rect">
            <a:avLst/>
          </a:prstGeom>
        </p:spPr>
      </p:pic>
      <p:sp>
        <p:nvSpPr>
          <p:cNvPr id="7" name="Rectangle 30"/>
          <p:cNvSpPr/>
          <p:nvPr/>
        </p:nvSpPr>
        <p:spPr>
          <a:xfrm flipH="1">
            <a:off x="432665" y="1823922"/>
            <a:ext cx="3104454" cy="754228"/>
          </a:xfrm>
          <a:prstGeom prst="rect">
            <a:avLst/>
          </a:prstGeom>
        </p:spPr>
        <p:txBody>
          <a:bodyPr wrap="none">
            <a:normAutofit/>
          </a:bodyPr>
          <a:lstStyle/>
          <a:p>
            <a:pPr algn="r"/>
            <a:r>
              <a:rPr lang="en-US" sz="4300" b="1" dirty="0">
                <a:solidFill>
                  <a:schemeClr val="bg1"/>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rPr>
              <a:t>NỘI DUNG</a:t>
            </a:r>
          </a:p>
        </p:txBody>
      </p:sp>
      <p:sp>
        <p:nvSpPr>
          <p:cNvPr id="8" name="Rectangle 30"/>
          <p:cNvSpPr/>
          <p:nvPr/>
        </p:nvSpPr>
        <p:spPr>
          <a:xfrm flipH="1">
            <a:off x="7615377" y="1629678"/>
            <a:ext cx="3291146" cy="839782"/>
          </a:xfrm>
          <a:prstGeom prst="rect">
            <a:avLst/>
          </a:prstGeom>
          <a:solidFill>
            <a:srgbClr val="4F80BD"/>
          </a:solidFill>
        </p:spPr>
        <p:txBody>
          <a:bodyPr wrap="square">
            <a:normAutofit/>
          </a:bodyPr>
          <a:lstStyle/>
          <a:p>
            <a:pPr algn="ctr">
              <a:lnSpc>
                <a:spcPct val="150000"/>
              </a:lnSpc>
            </a:pPr>
            <a:r>
              <a:rPr lang="vi-VN" altLang="vi-VN" sz="2400" b="1" dirty="0">
                <a:solidFill>
                  <a:schemeClr val="bg1"/>
                </a:solidFill>
                <a:effectLst>
                  <a:outerShdw blurRad="38100" dist="38100" dir="2700000" algn="tl">
                    <a:srgbClr val="000000">
                      <a:alpha val="43137"/>
                    </a:srgbClr>
                  </a:outerShdw>
                </a:effectLst>
                <a:latin typeface="Noto Sans"/>
                <a:ea typeface="Noto Sans"/>
                <a:cs typeface="Open Sans" panose="020B0606030504020204" pitchFamily="34" charset="0"/>
              </a:rPr>
              <a:t>GIỚI THIỆU</a:t>
            </a:r>
          </a:p>
        </p:txBody>
      </p:sp>
      <p:cxnSp>
        <p:nvCxnSpPr>
          <p:cNvPr id="10" name="直接连接符 9"/>
          <p:cNvCxnSpPr>
            <a:cxnSpLocks/>
          </p:cNvCxnSpPr>
          <p:nvPr/>
        </p:nvCxnSpPr>
        <p:spPr>
          <a:xfrm>
            <a:off x="6738731" y="1605434"/>
            <a:ext cx="0" cy="42056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6673932" y="1982467"/>
            <a:ext cx="134205" cy="134205"/>
          </a:xfrm>
          <a:prstGeom prst="ellipse">
            <a:avLst/>
          </a:prstGeom>
          <a:solidFill>
            <a:srgbClr val="4F80BD"/>
          </a:solidFill>
          <a:ln>
            <a:solidFill>
              <a:srgbClr val="4F80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0">
              <a:effectLst>
                <a:outerShdw blurRad="38100" dist="38100" dir="2700000" algn="tl">
                  <a:srgbClr val="000000">
                    <a:alpha val="43137"/>
                  </a:srgbClr>
                </a:outerShdw>
              </a:effectLst>
            </a:endParaRPr>
          </a:p>
        </p:txBody>
      </p:sp>
      <p:sp>
        <p:nvSpPr>
          <p:cNvPr id="12" name="椭圆 11"/>
          <p:cNvSpPr/>
          <p:nvPr/>
        </p:nvSpPr>
        <p:spPr>
          <a:xfrm>
            <a:off x="6675654" y="3067637"/>
            <a:ext cx="134205" cy="134205"/>
          </a:xfrm>
          <a:prstGeom prst="ellipse">
            <a:avLst/>
          </a:prstGeom>
          <a:solidFill>
            <a:srgbClr val="4F80BD"/>
          </a:solidFill>
          <a:ln>
            <a:solidFill>
              <a:srgbClr val="4F80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0">
              <a:effectLst>
                <a:outerShdw blurRad="38100" dist="38100" dir="2700000" algn="tl">
                  <a:srgbClr val="000000">
                    <a:alpha val="43137"/>
                  </a:srgbClr>
                </a:outerShdw>
              </a:effectLst>
            </a:endParaRPr>
          </a:p>
        </p:txBody>
      </p:sp>
      <p:sp>
        <p:nvSpPr>
          <p:cNvPr id="13" name="椭圆 12"/>
          <p:cNvSpPr/>
          <p:nvPr/>
        </p:nvSpPr>
        <p:spPr>
          <a:xfrm>
            <a:off x="6669907" y="4240716"/>
            <a:ext cx="134205" cy="134205"/>
          </a:xfrm>
          <a:prstGeom prst="ellipse">
            <a:avLst/>
          </a:prstGeom>
          <a:solidFill>
            <a:srgbClr val="4F80BD"/>
          </a:solidFill>
          <a:ln>
            <a:solidFill>
              <a:srgbClr val="4F80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0">
              <a:effectLst>
                <a:outerShdw blurRad="38100" dist="38100" dir="2700000" algn="tl">
                  <a:srgbClr val="000000">
                    <a:alpha val="43137"/>
                  </a:srgbClr>
                </a:outerShdw>
              </a:effectLst>
            </a:endParaRPr>
          </a:p>
        </p:txBody>
      </p:sp>
      <p:sp>
        <p:nvSpPr>
          <p:cNvPr id="15" name="椭圆 14"/>
          <p:cNvSpPr/>
          <p:nvPr/>
        </p:nvSpPr>
        <p:spPr>
          <a:xfrm>
            <a:off x="6668185" y="5360376"/>
            <a:ext cx="134205" cy="134205"/>
          </a:xfrm>
          <a:prstGeom prst="ellipse">
            <a:avLst/>
          </a:prstGeom>
          <a:solidFill>
            <a:srgbClr val="4F80BD"/>
          </a:solidFill>
          <a:ln>
            <a:solidFill>
              <a:srgbClr val="4F80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0">
              <a:effectLst>
                <a:outerShdw blurRad="38100" dist="38100" dir="2700000" algn="tl">
                  <a:srgbClr val="000000">
                    <a:alpha val="43137"/>
                  </a:srgbClr>
                </a:outerShdw>
              </a:effectLst>
            </a:endParaRPr>
          </a:p>
        </p:txBody>
      </p:sp>
      <p:sp>
        <p:nvSpPr>
          <p:cNvPr id="16" name="Rectangle 30"/>
          <p:cNvSpPr/>
          <p:nvPr/>
        </p:nvSpPr>
        <p:spPr>
          <a:xfrm flipH="1">
            <a:off x="7615375" y="2756515"/>
            <a:ext cx="3291148" cy="890654"/>
          </a:xfrm>
          <a:prstGeom prst="rect">
            <a:avLst/>
          </a:prstGeom>
          <a:solidFill>
            <a:srgbClr val="4F80BD"/>
          </a:solidFill>
        </p:spPr>
        <p:txBody>
          <a:bodyPr wrap="square">
            <a:noAutofit/>
          </a:bodyPr>
          <a:lstStyle/>
          <a:p>
            <a:pPr algn="ctr"/>
            <a:r>
              <a:rPr lang="vi-VN" altLang="vi-VN" sz="2400" b="1" dirty="0">
                <a:solidFill>
                  <a:schemeClr val="bg1"/>
                </a:solidFill>
                <a:effectLst>
                  <a:outerShdw blurRad="38100" dist="38100" dir="2700000" algn="tl">
                    <a:srgbClr val="000000">
                      <a:alpha val="43137"/>
                    </a:srgbClr>
                  </a:outerShdw>
                </a:effectLst>
                <a:latin typeface="Noto Sans"/>
                <a:ea typeface="Noto Sans"/>
                <a:cs typeface="Open Sans" panose="020B0606030504020204" pitchFamily="34" charset="0"/>
              </a:rPr>
              <a:t>PHÂN TÍCH &amp; </a:t>
            </a:r>
          </a:p>
          <a:p>
            <a:pPr algn="ctr"/>
            <a:r>
              <a:rPr lang="vi-VN" altLang="vi-VN" sz="2400" b="1" dirty="0">
                <a:solidFill>
                  <a:schemeClr val="bg1"/>
                </a:solidFill>
                <a:effectLst>
                  <a:outerShdw blurRad="38100" dist="38100" dir="2700000" algn="tl">
                    <a:srgbClr val="000000">
                      <a:alpha val="43137"/>
                    </a:srgbClr>
                  </a:outerShdw>
                </a:effectLst>
                <a:latin typeface="Noto Sans"/>
                <a:ea typeface="Noto Sans"/>
                <a:cs typeface="Open Sans" panose="020B0606030504020204" pitchFamily="34" charset="0"/>
              </a:rPr>
              <a:t>THIẾT KẾ</a:t>
            </a:r>
          </a:p>
        </p:txBody>
      </p:sp>
      <p:sp>
        <p:nvSpPr>
          <p:cNvPr id="17" name="Rectangle 30"/>
          <p:cNvSpPr/>
          <p:nvPr/>
        </p:nvSpPr>
        <p:spPr>
          <a:xfrm flipH="1">
            <a:off x="7615375" y="3887926"/>
            <a:ext cx="3291152" cy="839783"/>
          </a:xfrm>
          <a:prstGeom prst="rect">
            <a:avLst/>
          </a:prstGeom>
          <a:solidFill>
            <a:srgbClr val="4F80BD"/>
          </a:solidFill>
        </p:spPr>
        <p:txBody>
          <a:bodyPr wrap="square">
            <a:noAutofit/>
          </a:bodyPr>
          <a:lstStyle/>
          <a:p>
            <a:pPr algn="ctr"/>
            <a:r>
              <a:rPr lang="vi-VN" altLang="vi-VN" sz="2400" b="1" dirty="0">
                <a:solidFill>
                  <a:schemeClr val="bg1"/>
                </a:solidFill>
                <a:effectLst>
                  <a:outerShdw blurRad="38100" dist="38100" dir="2700000" algn="tl">
                    <a:srgbClr val="000000">
                      <a:alpha val="43137"/>
                    </a:srgbClr>
                  </a:outerShdw>
                </a:effectLst>
                <a:latin typeface="Noto Sans"/>
                <a:ea typeface="Noto Sans"/>
                <a:cs typeface="Open Sans" panose="020B0606030504020204" pitchFamily="34" charset="0"/>
              </a:rPr>
              <a:t>TRIỂN KHAI &amp;  CHỨC NĂNG</a:t>
            </a:r>
          </a:p>
        </p:txBody>
      </p:sp>
      <p:sp>
        <p:nvSpPr>
          <p:cNvPr id="18" name="Rectangle 30"/>
          <p:cNvSpPr/>
          <p:nvPr/>
        </p:nvSpPr>
        <p:spPr>
          <a:xfrm flipH="1">
            <a:off x="7615375" y="4982152"/>
            <a:ext cx="3291155" cy="890655"/>
          </a:xfrm>
          <a:prstGeom prst="rect">
            <a:avLst/>
          </a:prstGeom>
          <a:solidFill>
            <a:srgbClr val="4F80BD"/>
          </a:solidFill>
        </p:spPr>
        <p:txBody>
          <a:bodyPr wrap="square">
            <a:noAutofit/>
          </a:bodyPr>
          <a:lstStyle/>
          <a:p>
            <a:pPr algn="ctr">
              <a:lnSpc>
                <a:spcPct val="110000"/>
              </a:lnSpc>
            </a:pPr>
            <a:r>
              <a:rPr lang="en-US" altLang="vi-VN" sz="2400" b="1" dirty="0">
                <a:solidFill>
                  <a:schemeClr val="bg1"/>
                </a:solidFill>
                <a:effectLst>
                  <a:outerShdw blurRad="38100" dist="38100" dir="2700000" algn="tl">
                    <a:srgbClr val="000000">
                      <a:alpha val="43137"/>
                    </a:srgbClr>
                  </a:outerShdw>
                </a:effectLst>
                <a:latin typeface="Noto Sans"/>
                <a:ea typeface="Noto Sans"/>
                <a:cs typeface="Open Sans" panose="020B0606030504020204" pitchFamily="34" charset="0"/>
              </a:rPr>
              <a:t>KẾT LUẬN &amp; HƯỚNG PHÁT TRIỂN</a:t>
            </a:r>
            <a:endParaRPr lang="vi-VN" altLang="vi-VN" sz="2400" b="1" dirty="0">
              <a:solidFill>
                <a:schemeClr val="bg1"/>
              </a:solidFill>
              <a:effectLst>
                <a:outerShdw blurRad="38100" dist="38100" dir="2700000" algn="tl">
                  <a:srgbClr val="000000">
                    <a:alpha val="43137"/>
                  </a:srgbClr>
                </a:outerShdw>
              </a:effectLst>
              <a:latin typeface="Noto Sans"/>
              <a:ea typeface="Noto Sans"/>
              <a:cs typeface="Open Sans" panose="020B0606030504020204" pitchFamily="34" charset="0"/>
            </a:endParaRPr>
          </a:p>
        </p:txBody>
      </p:sp>
      <p:sp>
        <p:nvSpPr>
          <p:cNvPr id="6" name="Freeform 6"/>
          <p:cNvSpPr>
            <a:spLocks noEditPoints="1"/>
          </p:cNvSpPr>
          <p:nvPr/>
        </p:nvSpPr>
        <p:spPr bwMode="auto">
          <a:xfrm>
            <a:off x="2388870" y="724535"/>
            <a:ext cx="1576705" cy="1099185"/>
          </a:xfrm>
          <a:custGeom>
            <a:avLst/>
            <a:gdLst>
              <a:gd name="T0" fmla="*/ 725 w 1364"/>
              <a:gd name="T1" fmla="*/ 847 h 1123"/>
              <a:gd name="T2" fmla="*/ 51 w 1364"/>
              <a:gd name="T3" fmla="*/ 757 h 1123"/>
              <a:gd name="T4" fmla="*/ 1159 w 1364"/>
              <a:gd name="T5" fmla="*/ 786 h 1123"/>
              <a:gd name="T6" fmla="*/ 1143 w 1364"/>
              <a:gd name="T7" fmla="*/ 765 h 1123"/>
              <a:gd name="T8" fmla="*/ 720 w 1364"/>
              <a:gd name="T9" fmla="*/ 805 h 1123"/>
              <a:gd name="T10" fmla="*/ 57 w 1364"/>
              <a:gd name="T11" fmla="*/ 484 h 1123"/>
              <a:gd name="T12" fmla="*/ 733 w 1364"/>
              <a:gd name="T13" fmla="*/ 828 h 1123"/>
              <a:gd name="T14" fmla="*/ 1158 w 1364"/>
              <a:gd name="T15" fmla="*/ 621 h 1123"/>
              <a:gd name="T16" fmla="*/ 720 w 1364"/>
              <a:gd name="T17" fmla="*/ 805 h 1123"/>
              <a:gd name="T18" fmla="*/ 1001 w 1364"/>
              <a:gd name="T19" fmla="*/ 579 h 1123"/>
              <a:gd name="T20" fmla="*/ 990 w 1364"/>
              <a:gd name="T21" fmla="*/ 441 h 1123"/>
              <a:gd name="T22" fmla="*/ 284 w 1364"/>
              <a:gd name="T23" fmla="*/ 432 h 1123"/>
              <a:gd name="T24" fmla="*/ 71 w 1364"/>
              <a:gd name="T25" fmla="*/ 478 h 1123"/>
              <a:gd name="T26" fmla="*/ 720 w 1364"/>
              <a:gd name="T27" fmla="*/ 1101 h 1123"/>
              <a:gd name="T28" fmla="*/ 57 w 1364"/>
              <a:gd name="T29" fmla="*/ 780 h 1123"/>
              <a:gd name="T30" fmla="*/ 733 w 1364"/>
              <a:gd name="T31" fmla="*/ 1123 h 1123"/>
              <a:gd name="T32" fmla="*/ 1158 w 1364"/>
              <a:gd name="T33" fmla="*/ 917 h 1123"/>
              <a:gd name="T34" fmla="*/ 720 w 1364"/>
              <a:gd name="T35" fmla="*/ 1101 h 1123"/>
              <a:gd name="T36" fmla="*/ 1067 w 1364"/>
              <a:gd name="T37" fmla="*/ 344 h 1123"/>
              <a:gd name="T38" fmla="*/ 1056 w 1364"/>
              <a:gd name="T39" fmla="*/ 368 h 1123"/>
              <a:gd name="T40" fmla="*/ 1063 w 1364"/>
              <a:gd name="T41" fmla="*/ 404 h 1123"/>
              <a:gd name="T42" fmla="*/ 1035 w 1364"/>
              <a:gd name="T43" fmla="*/ 562 h 1123"/>
              <a:gd name="T44" fmla="*/ 1115 w 1364"/>
              <a:gd name="T45" fmla="*/ 422 h 1123"/>
              <a:gd name="T46" fmla="*/ 1106 w 1364"/>
              <a:gd name="T47" fmla="*/ 389 h 1123"/>
              <a:gd name="T48" fmla="*/ 1114 w 1364"/>
              <a:gd name="T49" fmla="*/ 352 h 1123"/>
              <a:gd name="T50" fmla="*/ 1104 w 1364"/>
              <a:gd name="T51" fmla="*/ 226 h 1123"/>
              <a:gd name="T52" fmla="*/ 1356 w 1364"/>
              <a:gd name="T53" fmla="*/ 174 h 1123"/>
              <a:gd name="T54" fmla="*/ 773 w 1364"/>
              <a:gd name="T55" fmla="*/ 4 h 1123"/>
              <a:gd name="T56" fmla="*/ 413 w 1364"/>
              <a:gd name="T57" fmla="*/ 28 h 1123"/>
              <a:gd name="T58" fmla="*/ 11 w 1364"/>
              <a:gd name="T59" fmla="*/ 76 h 1123"/>
              <a:gd name="T60" fmla="*/ 480 w 1364"/>
              <a:gd name="T61" fmla="*/ 323 h 1123"/>
              <a:gd name="T62" fmla="*/ 1039 w 1364"/>
              <a:gd name="T63" fmla="*/ 238 h 1123"/>
              <a:gd name="T64" fmla="*/ 628 w 1364"/>
              <a:gd name="T65" fmla="*/ 161 h 1123"/>
              <a:gd name="T66" fmla="*/ 1054 w 1364"/>
              <a:gd name="T67" fmla="*/ 204 h 1123"/>
              <a:gd name="T68" fmla="*/ 961 w 1364"/>
              <a:gd name="T69" fmla="*/ 281 h 1123"/>
              <a:gd name="T70" fmla="*/ 315 w 1364"/>
              <a:gd name="T71" fmla="*/ 432 h 1123"/>
              <a:gd name="T72" fmla="*/ 466 w 1364"/>
              <a:gd name="T73" fmla="*/ 350 h 1123"/>
              <a:gd name="T74" fmla="*/ 961 w 1364"/>
              <a:gd name="T75" fmla="*/ 281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64" h="1123">
                <a:moveTo>
                  <a:pt x="717" y="953"/>
                </a:moveTo>
                <a:cubicBezTo>
                  <a:pt x="707" y="917"/>
                  <a:pt x="707" y="881"/>
                  <a:pt x="725" y="847"/>
                </a:cubicBezTo>
                <a:lnTo>
                  <a:pt x="54" y="632"/>
                </a:lnTo>
                <a:cubicBezTo>
                  <a:pt x="28" y="665"/>
                  <a:pt x="21" y="710"/>
                  <a:pt x="51" y="757"/>
                </a:cubicBezTo>
                <a:lnTo>
                  <a:pt x="730" y="975"/>
                </a:lnTo>
                <a:lnTo>
                  <a:pt x="1159" y="786"/>
                </a:lnTo>
                <a:cubicBezTo>
                  <a:pt x="1170" y="781"/>
                  <a:pt x="1169" y="773"/>
                  <a:pt x="1155" y="768"/>
                </a:cubicBezTo>
                <a:lnTo>
                  <a:pt x="1143" y="765"/>
                </a:lnTo>
                <a:lnTo>
                  <a:pt x="717" y="953"/>
                </a:lnTo>
                <a:close/>
                <a:moveTo>
                  <a:pt x="720" y="805"/>
                </a:moveTo>
                <a:cubicBezTo>
                  <a:pt x="710" y="770"/>
                  <a:pt x="710" y="734"/>
                  <a:pt x="729" y="700"/>
                </a:cubicBezTo>
                <a:lnTo>
                  <a:pt x="57" y="484"/>
                </a:lnTo>
                <a:cubicBezTo>
                  <a:pt x="31" y="518"/>
                  <a:pt x="24" y="563"/>
                  <a:pt x="55" y="610"/>
                </a:cubicBezTo>
                <a:lnTo>
                  <a:pt x="733" y="828"/>
                </a:lnTo>
                <a:lnTo>
                  <a:pt x="1162" y="639"/>
                </a:lnTo>
                <a:cubicBezTo>
                  <a:pt x="1174" y="633"/>
                  <a:pt x="1172" y="626"/>
                  <a:pt x="1158" y="621"/>
                </a:cubicBezTo>
                <a:lnTo>
                  <a:pt x="1146" y="617"/>
                </a:lnTo>
                <a:lnTo>
                  <a:pt x="720" y="805"/>
                </a:lnTo>
                <a:close/>
                <a:moveTo>
                  <a:pt x="742" y="694"/>
                </a:moveTo>
                <a:lnTo>
                  <a:pt x="1001" y="579"/>
                </a:lnTo>
                <a:lnTo>
                  <a:pt x="1021" y="451"/>
                </a:lnTo>
                <a:lnTo>
                  <a:pt x="990" y="441"/>
                </a:lnTo>
                <a:cubicBezTo>
                  <a:pt x="976" y="548"/>
                  <a:pt x="711" y="556"/>
                  <a:pt x="638" y="556"/>
                </a:cubicBezTo>
                <a:cubicBezTo>
                  <a:pt x="562" y="556"/>
                  <a:pt x="284" y="548"/>
                  <a:pt x="284" y="432"/>
                </a:cubicBezTo>
                <a:lnTo>
                  <a:pt x="284" y="384"/>
                </a:lnTo>
                <a:lnTo>
                  <a:pt x="71" y="478"/>
                </a:lnTo>
                <a:lnTo>
                  <a:pt x="742" y="694"/>
                </a:lnTo>
                <a:close/>
                <a:moveTo>
                  <a:pt x="720" y="1101"/>
                </a:moveTo>
                <a:cubicBezTo>
                  <a:pt x="710" y="1066"/>
                  <a:pt x="710" y="1030"/>
                  <a:pt x="728" y="995"/>
                </a:cubicBezTo>
                <a:lnTo>
                  <a:pt x="57" y="780"/>
                </a:lnTo>
                <a:cubicBezTo>
                  <a:pt x="31" y="814"/>
                  <a:pt x="24" y="858"/>
                  <a:pt x="54" y="906"/>
                </a:cubicBezTo>
                <a:lnTo>
                  <a:pt x="733" y="1123"/>
                </a:lnTo>
                <a:lnTo>
                  <a:pt x="1162" y="934"/>
                </a:lnTo>
                <a:cubicBezTo>
                  <a:pt x="1173" y="929"/>
                  <a:pt x="1171" y="921"/>
                  <a:pt x="1158" y="917"/>
                </a:cubicBezTo>
                <a:lnTo>
                  <a:pt x="1146" y="913"/>
                </a:lnTo>
                <a:lnTo>
                  <a:pt x="720" y="1101"/>
                </a:lnTo>
                <a:close/>
                <a:moveTo>
                  <a:pt x="1067" y="219"/>
                </a:moveTo>
                <a:lnTo>
                  <a:pt x="1067" y="344"/>
                </a:lnTo>
                <a:cubicBezTo>
                  <a:pt x="1062" y="345"/>
                  <a:pt x="1058" y="348"/>
                  <a:pt x="1058" y="352"/>
                </a:cubicBezTo>
                <a:lnTo>
                  <a:pt x="1056" y="368"/>
                </a:lnTo>
                <a:cubicBezTo>
                  <a:pt x="1056" y="378"/>
                  <a:pt x="1065" y="382"/>
                  <a:pt x="1064" y="389"/>
                </a:cubicBezTo>
                <a:lnTo>
                  <a:pt x="1063" y="404"/>
                </a:lnTo>
                <a:cubicBezTo>
                  <a:pt x="1063" y="410"/>
                  <a:pt x="1057" y="415"/>
                  <a:pt x="1056" y="422"/>
                </a:cubicBezTo>
                <a:lnTo>
                  <a:pt x="1035" y="562"/>
                </a:lnTo>
                <a:cubicBezTo>
                  <a:pt x="1043" y="579"/>
                  <a:pt x="1127" y="579"/>
                  <a:pt x="1136" y="562"/>
                </a:cubicBezTo>
                <a:lnTo>
                  <a:pt x="1115" y="422"/>
                </a:lnTo>
                <a:cubicBezTo>
                  <a:pt x="1114" y="415"/>
                  <a:pt x="1108" y="410"/>
                  <a:pt x="1107" y="404"/>
                </a:cubicBezTo>
                <a:lnTo>
                  <a:pt x="1106" y="389"/>
                </a:lnTo>
                <a:cubicBezTo>
                  <a:pt x="1106" y="381"/>
                  <a:pt x="1115" y="379"/>
                  <a:pt x="1115" y="369"/>
                </a:cubicBezTo>
                <a:lnTo>
                  <a:pt x="1114" y="352"/>
                </a:lnTo>
                <a:cubicBezTo>
                  <a:pt x="1113" y="347"/>
                  <a:pt x="1109" y="344"/>
                  <a:pt x="1104" y="344"/>
                </a:cubicBezTo>
                <a:cubicBezTo>
                  <a:pt x="1104" y="218"/>
                  <a:pt x="1104" y="362"/>
                  <a:pt x="1104" y="226"/>
                </a:cubicBezTo>
                <a:lnTo>
                  <a:pt x="1356" y="183"/>
                </a:lnTo>
                <a:cubicBezTo>
                  <a:pt x="1362" y="182"/>
                  <a:pt x="1364" y="177"/>
                  <a:pt x="1356" y="174"/>
                </a:cubicBezTo>
                <a:cubicBezTo>
                  <a:pt x="1235" y="139"/>
                  <a:pt x="1125" y="107"/>
                  <a:pt x="1024" y="77"/>
                </a:cubicBezTo>
                <a:cubicBezTo>
                  <a:pt x="934" y="51"/>
                  <a:pt x="850" y="26"/>
                  <a:pt x="773" y="4"/>
                </a:cubicBezTo>
                <a:cubicBezTo>
                  <a:pt x="759" y="0"/>
                  <a:pt x="750" y="0"/>
                  <a:pt x="736" y="1"/>
                </a:cubicBezTo>
                <a:cubicBezTo>
                  <a:pt x="635" y="9"/>
                  <a:pt x="527" y="18"/>
                  <a:pt x="413" y="28"/>
                </a:cubicBezTo>
                <a:cubicBezTo>
                  <a:pt x="289" y="39"/>
                  <a:pt x="155" y="50"/>
                  <a:pt x="12" y="62"/>
                </a:cubicBezTo>
                <a:cubicBezTo>
                  <a:pt x="0" y="64"/>
                  <a:pt x="3" y="73"/>
                  <a:pt x="11" y="76"/>
                </a:cubicBezTo>
                <a:cubicBezTo>
                  <a:pt x="68" y="106"/>
                  <a:pt x="130" y="139"/>
                  <a:pt x="198" y="175"/>
                </a:cubicBezTo>
                <a:cubicBezTo>
                  <a:pt x="281" y="219"/>
                  <a:pt x="374" y="268"/>
                  <a:pt x="480" y="323"/>
                </a:cubicBezTo>
                <a:cubicBezTo>
                  <a:pt x="489" y="328"/>
                  <a:pt x="508" y="330"/>
                  <a:pt x="523" y="327"/>
                </a:cubicBezTo>
                <a:cubicBezTo>
                  <a:pt x="695" y="298"/>
                  <a:pt x="867" y="268"/>
                  <a:pt x="1039" y="238"/>
                </a:cubicBezTo>
                <a:cubicBezTo>
                  <a:pt x="1038" y="232"/>
                  <a:pt x="1036" y="229"/>
                  <a:pt x="1029" y="227"/>
                </a:cubicBezTo>
                <a:lnTo>
                  <a:pt x="628" y="161"/>
                </a:lnTo>
                <a:cubicBezTo>
                  <a:pt x="593" y="156"/>
                  <a:pt x="599" y="131"/>
                  <a:pt x="619" y="134"/>
                </a:cubicBezTo>
                <a:lnTo>
                  <a:pt x="1054" y="204"/>
                </a:lnTo>
                <a:cubicBezTo>
                  <a:pt x="1062" y="206"/>
                  <a:pt x="1066" y="211"/>
                  <a:pt x="1067" y="219"/>
                </a:cubicBezTo>
                <a:close/>
                <a:moveTo>
                  <a:pt x="961" y="281"/>
                </a:moveTo>
                <a:lnTo>
                  <a:pt x="961" y="432"/>
                </a:lnTo>
                <a:cubicBezTo>
                  <a:pt x="961" y="557"/>
                  <a:pt x="315" y="557"/>
                  <a:pt x="315" y="432"/>
                </a:cubicBezTo>
                <a:lnTo>
                  <a:pt x="315" y="270"/>
                </a:lnTo>
                <a:cubicBezTo>
                  <a:pt x="365" y="296"/>
                  <a:pt x="415" y="323"/>
                  <a:pt x="466" y="350"/>
                </a:cubicBezTo>
                <a:cubicBezTo>
                  <a:pt x="483" y="359"/>
                  <a:pt x="509" y="360"/>
                  <a:pt x="528" y="357"/>
                </a:cubicBezTo>
                <a:cubicBezTo>
                  <a:pt x="672" y="331"/>
                  <a:pt x="816" y="306"/>
                  <a:pt x="961" y="281"/>
                </a:cubicBez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Slide Number Placeholder 8">
            <a:extLst>
              <a:ext uri="{FF2B5EF4-FFF2-40B4-BE49-F238E27FC236}">
                <a16:creationId xmlns:a16="http://schemas.microsoft.com/office/drawing/2014/main" id="{AFB4D36B-941B-44E8-9302-390F4D0FB33E}"/>
              </a:ext>
            </a:extLst>
          </p:cNvPr>
          <p:cNvSpPr>
            <a:spLocks noGrp="1"/>
          </p:cNvSpPr>
          <p:nvPr>
            <p:ph type="sldNum" sz="quarter" idx="12"/>
          </p:nvPr>
        </p:nvSpPr>
        <p:spPr/>
        <p:txBody>
          <a:bodyPr/>
          <a:lstStyle/>
          <a:p>
            <a:fld id="{F109C2AD-CA39-43E2-BBEF-768E308D7275}" type="slidenum">
              <a:rPr lang="vi-VN" altLang="vi-VN" smtClean="0">
                <a:latin typeface="Noto Sans"/>
                <a:ea typeface="Noto Sans"/>
              </a:rPr>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par>
                          <p:cTn id="13" fill="hold" nodeType="afterGroup">
                            <p:stCondLst>
                              <p:cond delay="1000"/>
                            </p:stCondLst>
                            <p:childTnLst>
                              <p:par>
                                <p:cTn id="14" presetID="2" presetClass="entr" presetSubtype="3"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1+#ppt_w/2"/>
                                          </p:val>
                                        </p:tav>
                                        <p:tav tm="100000">
                                          <p:val>
                                            <p:strVal val="#ppt_x"/>
                                          </p:val>
                                        </p:tav>
                                      </p:tavLst>
                                    </p:anim>
                                    <p:anim calcmode="lin" valueType="num">
                                      <p:cBhvr additive="base">
                                        <p:cTn id="17" dur="500" fill="hold"/>
                                        <p:tgtEl>
                                          <p:spTgt spid="5"/>
                                        </p:tgtEl>
                                        <p:attrNameLst>
                                          <p:attrName>ppt_y</p:attrName>
                                        </p:attrNameLst>
                                      </p:cBhvr>
                                      <p:tavLst>
                                        <p:tav tm="0">
                                          <p:val>
                                            <p:strVal val="0-#ppt_h/2"/>
                                          </p:val>
                                        </p:tav>
                                        <p:tav tm="100000">
                                          <p:val>
                                            <p:strVal val="#ppt_y"/>
                                          </p:val>
                                        </p:tav>
                                      </p:tavLst>
                                    </p:anim>
                                  </p:childTnLst>
                                </p:cTn>
                              </p:par>
                            </p:childTnLst>
                          </p:cTn>
                        </p:par>
                        <p:par>
                          <p:cTn id="18" fill="hold" nodeType="afterGroup">
                            <p:stCondLst>
                              <p:cond delay="1500"/>
                            </p:stCondLst>
                            <p:childTnLst>
                              <p:par>
                                <p:cTn id="19" presetID="45" presetClass="entr" presetSubtype="0" fill="hold" grpId="0" nodeType="afterEffect">
                                  <p:stCondLst>
                                    <p:cond delay="0"/>
                                  </p:stCondLst>
                                  <p:iterate type="lt">
                                    <p:tmPct val="10000"/>
                                  </p:iterate>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ppt_w</p:attrName>
                                        </p:attrNameLst>
                                      </p:cBhvr>
                                      <p:tavLst>
                                        <p:tav tm="0" fmla="#ppt_w*sin(2.5*pi*$)">
                                          <p:val>
                                            <p:fltVal val="0"/>
                                          </p:val>
                                        </p:tav>
                                        <p:tav tm="100000">
                                          <p:val>
                                            <p:fltVal val="1"/>
                                          </p:val>
                                        </p:tav>
                                      </p:tavLst>
                                    </p:anim>
                                    <p:anim calcmode="lin" valueType="num">
                                      <p:cBhvr>
                                        <p:cTn id="23" dur="1000" fill="hold"/>
                                        <p:tgtEl>
                                          <p:spTgt spid="7"/>
                                        </p:tgtEl>
                                        <p:attrNameLst>
                                          <p:attrName>ppt_h</p:attrName>
                                        </p:attrNameLst>
                                      </p:cBhvr>
                                      <p:tavLst>
                                        <p:tav tm="0">
                                          <p:val>
                                            <p:strVal val="#ppt_h"/>
                                          </p:val>
                                        </p:tav>
                                        <p:tav tm="100000">
                                          <p:val>
                                            <p:strVal val="#ppt_h"/>
                                          </p:val>
                                        </p:tav>
                                      </p:tavLst>
                                    </p:anim>
                                  </p:childTnLst>
                                </p:cTn>
                              </p:par>
                            </p:childTnLst>
                          </p:cTn>
                        </p:par>
                        <p:par>
                          <p:cTn id="24" fill="hold" nodeType="afterGroup">
                            <p:stCondLst>
                              <p:cond delay="3100"/>
                            </p:stCondLst>
                            <p:childTnLst>
                              <p:par>
                                <p:cTn id="25" presetID="22" presetClass="entr" presetSubtype="1"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par>
                          <p:cTn id="28" fill="hold" nodeType="afterGroup">
                            <p:stCondLst>
                              <p:cond delay="360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300"/>
                                        <p:tgtEl>
                                          <p:spTgt spid="11"/>
                                        </p:tgtEl>
                                      </p:cBhvr>
                                    </p:animEffect>
                                  </p:childTnLst>
                                </p:cTn>
                              </p:par>
                            </p:childTnLst>
                          </p:cTn>
                        </p:par>
                        <p:par>
                          <p:cTn id="32" fill="hold" nodeType="afterGroup">
                            <p:stCondLst>
                              <p:cond delay="3900"/>
                            </p:stCondLst>
                            <p:childTnLst>
                              <p:par>
                                <p:cTn id="33" presetID="10"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300"/>
                                        <p:tgtEl>
                                          <p:spTgt spid="12"/>
                                        </p:tgtEl>
                                      </p:cBhvr>
                                    </p:animEffect>
                                  </p:childTnLst>
                                </p:cTn>
                              </p:par>
                            </p:childTnLst>
                          </p:cTn>
                        </p:par>
                        <p:par>
                          <p:cTn id="36" fill="hold" nodeType="afterGroup">
                            <p:stCondLst>
                              <p:cond delay="4200"/>
                            </p:stCondLst>
                            <p:childTnLst>
                              <p:par>
                                <p:cTn id="37" presetID="10" presetClass="entr" presetSubtype="0"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300"/>
                                        <p:tgtEl>
                                          <p:spTgt spid="13"/>
                                        </p:tgtEl>
                                      </p:cBhvr>
                                    </p:animEffect>
                                  </p:childTnLst>
                                </p:cTn>
                              </p:par>
                            </p:childTnLst>
                          </p:cTn>
                        </p:par>
                        <p:par>
                          <p:cTn id="40" fill="hold" nodeType="afterGroup">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300"/>
                                        <p:tgtEl>
                                          <p:spTgt spid="15"/>
                                        </p:tgtEl>
                                      </p:cBhvr>
                                    </p:animEffect>
                                  </p:childTnLst>
                                </p:cTn>
                              </p:par>
                            </p:childTnLst>
                          </p:cTn>
                        </p:par>
                        <p:par>
                          <p:cTn id="44" fill="hold" nodeType="afterGroup">
                            <p:stCondLst>
                              <p:cond delay="4800"/>
                            </p:stCondLst>
                            <p:childTnLst>
                              <p:par>
                                <p:cTn id="45" presetID="12" presetClass="entr" presetSubtype="8" fill="hold" grpId="0" nodeType="after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additive="base">
                                        <p:cTn id="47" dur="500"/>
                                        <p:tgtEl>
                                          <p:spTgt spid="8"/>
                                        </p:tgtEl>
                                        <p:attrNameLst>
                                          <p:attrName>ppt_x</p:attrName>
                                        </p:attrNameLst>
                                      </p:cBhvr>
                                      <p:tavLst>
                                        <p:tav tm="0">
                                          <p:val>
                                            <p:strVal val="#ppt_x-#ppt_w*1.125000"/>
                                          </p:val>
                                        </p:tav>
                                        <p:tav tm="100000">
                                          <p:val>
                                            <p:strVal val="#ppt_x"/>
                                          </p:val>
                                        </p:tav>
                                      </p:tavLst>
                                    </p:anim>
                                    <p:animEffect transition="in" filter="wipe(right)">
                                      <p:cBhvr>
                                        <p:cTn id="48" dur="500"/>
                                        <p:tgtEl>
                                          <p:spTgt spid="8"/>
                                        </p:tgtEl>
                                      </p:cBhvr>
                                    </p:animEffect>
                                  </p:childTnLst>
                                </p:cTn>
                              </p:par>
                            </p:childTnLst>
                          </p:cTn>
                        </p:par>
                        <p:par>
                          <p:cTn id="49" fill="hold" nodeType="afterGroup">
                            <p:stCondLst>
                              <p:cond delay="5300"/>
                            </p:stCondLst>
                            <p:childTnLst>
                              <p:par>
                                <p:cTn id="50" presetID="12" presetClass="entr" presetSubtype="8"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500"/>
                                        <p:tgtEl>
                                          <p:spTgt spid="16"/>
                                        </p:tgtEl>
                                        <p:attrNameLst>
                                          <p:attrName>ppt_x</p:attrName>
                                        </p:attrNameLst>
                                      </p:cBhvr>
                                      <p:tavLst>
                                        <p:tav tm="0">
                                          <p:val>
                                            <p:strVal val="#ppt_x-#ppt_w*1.125000"/>
                                          </p:val>
                                        </p:tav>
                                        <p:tav tm="100000">
                                          <p:val>
                                            <p:strVal val="#ppt_x"/>
                                          </p:val>
                                        </p:tav>
                                      </p:tavLst>
                                    </p:anim>
                                    <p:animEffect transition="in" filter="wipe(right)">
                                      <p:cBhvr>
                                        <p:cTn id="53" dur="500"/>
                                        <p:tgtEl>
                                          <p:spTgt spid="16"/>
                                        </p:tgtEl>
                                      </p:cBhvr>
                                    </p:animEffect>
                                  </p:childTnLst>
                                </p:cTn>
                              </p:par>
                            </p:childTnLst>
                          </p:cTn>
                        </p:par>
                        <p:par>
                          <p:cTn id="54" fill="hold" nodeType="afterGroup">
                            <p:stCondLst>
                              <p:cond delay="5800"/>
                            </p:stCondLst>
                            <p:childTnLst>
                              <p:par>
                                <p:cTn id="55" presetID="12" presetClass="entr" presetSubtype="8"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500"/>
                                        <p:tgtEl>
                                          <p:spTgt spid="17"/>
                                        </p:tgtEl>
                                        <p:attrNameLst>
                                          <p:attrName>ppt_x</p:attrName>
                                        </p:attrNameLst>
                                      </p:cBhvr>
                                      <p:tavLst>
                                        <p:tav tm="0">
                                          <p:val>
                                            <p:strVal val="#ppt_x-#ppt_w*1.125000"/>
                                          </p:val>
                                        </p:tav>
                                        <p:tav tm="100000">
                                          <p:val>
                                            <p:strVal val="#ppt_x"/>
                                          </p:val>
                                        </p:tav>
                                      </p:tavLst>
                                    </p:anim>
                                    <p:animEffect transition="in" filter="wipe(right)">
                                      <p:cBhvr>
                                        <p:cTn id="58" dur="500"/>
                                        <p:tgtEl>
                                          <p:spTgt spid="17"/>
                                        </p:tgtEl>
                                      </p:cBhvr>
                                    </p:animEffect>
                                  </p:childTnLst>
                                </p:cTn>
                              </p:par>
                            </p:childTnLst>
                          </p:cTn>
                        </p:par>
                        <p:par>
                          <p:cTn id="59" fill="hold" nodeType="afterGroup">
                            <p:stCondLst>
                              <p:cond delay="6300"/>
                            </p:stCondLst>
                            <p:childTnLst>
                              <p:par>
                                <p:cTn id="60" presetID="12" presetClass="entr" presetSubtype="8" fill="hold" grpId="0" nodeType="after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500"/>
                                        <p:tgtEl>
                                          <p:spTgt spid="18"/>
                                        </p:tgtEl>
                                        <p:attrNameLst>
                                          <p:attrName>ppt_x</p:attrName>
                                        </p:attrNameLst>
                                      </p:cBhvr>
                                      <p:tavLst>
                                        <p:tav tm="0">
                                          <p:val>
                                            <p:strVal val="#ppt_x-#ppt_w*1.125000"/>
                                          </p:val>
                                        </p:tav>
                                        <p:tav tm="100000">
                                          <p:val>
                                            <p:strVal val="#ppt_x"/>
                                          </p:val>
                                        </p:tav>
                                      </p:tavLst>
                                    </p:anim>
                                    <p:animEffect transition="in" filter="wipe(right)">
                                      <p:cBhvr>
                                        <p:cTn id="6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animBg="1"/>
      <p:bldP spid="5" grpId="0" animBg="1"/>
      <p:bldP spid="7" grpId="0"/>
      <p:bldP spid="8" grpId="0" animBg="1"/>
      <p:bldP spid="11" grpId="0" animBg="1"/>
      <p:bldP spid="12" grpId="0" animBg="1"/>
      <p:bldP spid="13" grpId="0" animBg="1"/>
      <p:bldP spid="15" grpId="0" animBg="1"/>
      <p:bldP spid="16" grpId="0" animBg="1"/>
      <p:bldP spid="17"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9784" y="2517413"/>
            <a:ext cx="487680" cy="1956547"/>
          </a:xfrm>
          <a:prstGeom prst="rect">
            <a:avLst/>
          </a:prstGeom>
          <a:noFill/>
        </p:spPr>
        <p:txBody>
          <a:bodyPr vert="vert" wrap="square" rtlCol="0">
            <a:normAutofit/>
          </a:bodyPr>
          <a:lstStyle/>
          <a:p>
            <a:pPr algn="dist"/>
            <a:r>
              <a:rPr lang="vi-VN" altLang="vi-VN" sz="2000" b="1">
                <a:latin typeface="Noto Sans"/>
                <a:ea typeface="Noto Sans"/>
              </a:rPr>
              <a:t>VIỆC KINH</a:t>
            </a:r>
            <a:endParaRPr lang="zh-CN" altLang="en-US" sz="2000" b="1"/>
          </a:p>
        </p:txBody>
      </p:sp>
      <p:sp>
        <p:nvSpPr>
          <p:cNvPr id="7" name="文本框 6"/>
          <p:cNvSpPr txBox="1"/>
          <p:nvPr/>
        </p:nvSpPr>
        <p:spPr>
          <a:xfrm>
            <a:off x="1472452" y="1976716"/>
            <a:ext cx="4342939" cy="807720"/>
          </a:xfrm>
          <a:prstGeom prst="rect">
            <a:avLst/>
          </a:prstGeom>
          <a:noFill/>
        </p:spPr>
        <p:txBody>
          <a:bodyPr wrap="square" rtlCol="0">
            <a:normAutofit/>
          </a:bodyPr>
          <a:lstStyle/>
          <a:p>
            <a:r>
              <a:rPr lang="vi-VN" altLang="vi-VN" sz="4700" b="1" dirty="0">
                <a:solidFill>
                  <a:srgbClr val="4F81BD"/>
                </a:solidFill>
                <a:effectLst>
                  <a:outerShdw blurRad="38100" dist="38100" dir="2700000" algn="tl">
                    <a:srgbClr val="000000">
                      <a:alpha val="43137"/>
                    </a:srgbClr>
                  </a:outerShdw>
                </a:effectLst>
                <a:latin typeface="Noto Sans"/>
                <a:ea typeface="Noto Sans"/>
              </a:rPr>
              <a:t>PHẦN MỘT</a:t>
            </a:r>
            <a:endParaRPr lang="zh-CN" altLang="en-US" sz="4800" b="1" dirty="0">
              <a:solidFill>
                <a:srgbClr val="4F81BD"/>
              </a:solidFill>
              <a:effectLst>
                <a:outerShdw blurRad="38100" dist="38100" dir="2700000" algn="tl">
                  <a:srgbClr val="000000">
                    <a:alpha val="43137"/>
                  </a:srgbClr>
                </a:outerShdw>
              </a:effectLst>
            </a:endParaRPr>
          </a:p>
        </p:txBody>
      </p:sp>
      <p:sp>
        <p:nvSpPr>
          <p:cNvPr id="8" name="文本框 7"/>
          <p:cNvSpPr txBox="1"/>
          <p:nvPr/>
        </p:nvSpPr>
        <p:spPr>
          <a:xfrm>
            <a:off x="1472451" y="2899433"/>
            <a:ext cx="4342939" cy="822960"/>
          </a:xfrm>
          <a:prstGeom prst="rect">
            <a:avLst/>
          </a:prstGeom>
          <a:noFill/>
        </p:spPr>
        <p:txBody>
          <a:bodyPr wrap="square" rtlCol="0">
            <a:normAutofit/>
          </a:bodyPr>
          <a:lstStyle/>
          <a:p>
            <a:r>
              <a:rPr lang="en-US" altLang="vi-VN" sz="4800" b="1" dirty="0">
                <a:solidFill>
                  <a:schemeClr val="bg1"/>
                </a:solidFill>
                <a:effectLst>
                  <a:outerShdw blurRad="38100" dist="38100" dir="2700000" algn="tl">
                    <a:srgbClr val="000000">
                      <a:alpha val="43137"/>
                    </a:srgbClr>
                  </a:outerShdw>
                </a:effectLst>
                <a:latin typeface="Noto Sans"/>
                <a:ea typeface="Noto Sans"/>
              </a:rPr>
              <a:t>GIỚI THIỆU</a:t>
            </a:r>
            <a:endParaRPr lang="vi-VN" altLang="vi-VN" sz="4800" b="1" dirty="0">
              <a:solidFill>
                <a:schemeClr val="bg1"/>
              </a:solidFill>
              <a:effectLst>
                <a:outerShdw blurRad="38100" dist="38100" dir="2700000" algn="tl">
                  <a:srgbClr val="000000">
                    <a:alpha val="43137"/>
                  </a:srgbClr>
                </a:outerShdw>
              </a:effectLst>
              <a:latin typeface="Noto Sans"/>
              <a:ea typeface="Noto Sans"/>
            </a:endParaRPr>
          </a:p>
        </p:txBody>
      </p:sp>
      <p:cxnSp>
        <p:nvCxnSpPr>
          <p:cNvPr id="12" name="直接连接符 11"/>
          <p:cNvCxnSpPr>
            <a:cxnSpLocks/>
          </p:cNvCxnSpPr>
          <p:nvPr/>
        </p:nvCxnSpPr>
        <p:spPr>
          <a:xfrm flipV="1">
            <a:off x="1667436" y="3821301"/>
            <a:ext cx="3281119" cy="32668"/>
          </a:xfrm>
          <a:prstGeom prst="line">
            <a:avLst/>
          </a:prstGeom>
          <a:ln w="41275">
            <a:solidFill>
              <a:srgbClr val="4F81BD"/>
            </a:solidFill>
          </a:ln>
        </p:spPr>
        <p:style>
          <a:lnRef idx="1">
            <a:schemeClr val="accent1"/>
          </a:lnRef>
          <a:fillRef idx="0">
            <a:schemeClr val="accent1"/>
          </a:fillRef>
          <a:effectRef idx="0">
            <a:schemeClr val="accent1"/>
          </a:effectRef>
          <a:fontRef idx="minor">
            <a:schemeClr val="tx1"/>
          </a:fontRef>
        </p:style>
      </p:cxnSp>
      <p:sp>
        <p:nvSpPr>
          <p:cNvPr id="21" name="等腰三角形 12"/>
          <p:cNvSpPr/>
          <p:nvPr/>
        </p:nvSpPr>
        <p:spPr>
          <a:xfrm rot="19800000">
            <a:off x="11079596" y="2146838"/>
            <a:ext cx="986856" cy="766613"/>
          </a:xfrm>
          <a:custGeom>
            <a:avLst/>
            <a:gdLst>
              <a:gd name="connsiteX0" fmla="*/ 0 w 986856"/>
              <a:gd name="connsiteY0" fmla="*/ 721831 h 721831"/>
              <a:gd name="connsiteX1" fmla="*/ 493428 w 986856"/>
              <a:gd name="connsiteY1" fmla="*/ 0 h 721831"/>
              <a:gd name="connsiteX2" fmla="*/ 986856 w 986856"/>
              <a:gd name="connsiteY2" fmla="*/ 721831 h 721831"/>
              <a:gd name="connsiteX3" fmla="*/ 0 w 986856"/>
              <a:gd name="connsiteY3" fmla="*/ 721831 h 721831"/>
              <a:gd name="connsiteX0-1" fmla="*/ 0 w 986856"/>
              <a:gd name="connsiteY0-2" fmla="*/ 766613 h 766613"/>
              <a:gd name="connsiteX1-3" fmla="*/ 550336 w 986856"/>
              <a:gd name="connsiteY1-4" fmla="*/ 0 h 766613"/>
              <a:gd name="connsiteX2-5" fmla="*/ 986856 w 986856"/>
              <a:gd name="connsiteY2-6" fmla="*/ 766613 h 766613"/>
              <a:gd name="connsiteX3-7" fmla="*/ 0 w 986856"/>
              <a:gd name="connsiteY3-8" fmla="*/ 766613 h 766613"/>
            </a:gdLst>
            <a:ahLst/>
            <a:cxnLst>
              <a:cxn ang="0">
                <a:pos x="connsiteX0-1" y="connsiteY0-2"/>
              </a:cxn>
              <a:cxn ang="0">
                <a:pos x="connsiteX1-3" y="connsiteY1-4"/>
              </a:cxn>
              <a:cxn ang="0">
                <a:pos x="connsiteX2-5" y="connsiteY2-6"/>
              </a:cxn>
              <a:cxn ang="0">
                <a:pos x="connsiteX3-7" y="connsiteY3-8"/>
              </a:cxn>
            </a:cxnLst>
            <a:rect l="l" t="t" r="r" b="b"/>
            <a:pathLst>
              <a:path w="986856" h="766613">
                <a:moveTo>
                  <a:pt x="0" y="766613"/>
                </a:moveTo>
                <a:lnTo>
                  <a:pt x="550336" y="0"/>
                </a:lnTo>
                <a:lnTo>
                  <a:pt x="986856" y="766613"/>
                </a:lnTo>
                <a:lnTo>
                  <a:pt x="0" y="766613"/>
                </a:lnTo>
                <a:close/>
              </a:path>
            </a:pathLst>
          </a:custGeom>
          <a:solidFill>
            <a:srgbClr val="4F81B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16200000">
            <a:off x="10320263" y="2763636"/>
            <a:ext cx="2010385" cy="1733090"/>
          </a:xfrm>
          <a:prstGeom prst="triangle">
            <a:avLst/>
          </a:prstGeom>
          <a:solidFill>
            <a:srgbClr val="0070C0"/>
          </a:solidFill>
          <a:ln>
            <a:noFill/>
          </a:ln>
          <a:effectLst>
            <a:outerShdw blurRad="50800" dist="38100" dir="8100000" sx="104000" sy="104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nvSpPr>
        <p:spPr>
          <a:xfrm rot="8681015">
            <a:off x="10487418" y="3494999"/>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rot="16200000">
            <a:off x="10462329" y="1382549"/>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nvSpPr>
        <p:spPr>
          <a:xfrm rot="5400000">
            <a:off x="11046828" y="1431399"/>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rot="18903724">
            <a:off x="7313463" y="4604134"/>
            <a:ext cx="4185063" cy="475960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rot="18903724">
            <a:off x="-1883873" y="-1202524"/>
            <a:ext cx="4185063" cy="252465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6"/>
          <p:cNvSpPr>
            <a:spLocks noEditPoints="1"/>
          </p:cNvSpPr>
          <p:nvPr/>
        </p:nvSpPr>
        <p:spPr bwMode="auto">
          <a:xfrm>
            <a:off x="4948555" y="1809115"/>
            <a:ext cx="1124585" cy="919480"/>
          </a:xfrm>
          <a:custGeom>
            <a:avLst/>
            <a:gdLst>
              <a:gd name="T0" fmla="*/ 725 w 1364"/>
              <a:gd name="T1" fmla="*/ 847 h 1123"/>
              <a:gd name="T2" fmla="*/ 51 w 1364"/>
              <a:gd name="T3" fmla="*/ 757 h 1123"/>
              <a:gd name="T4" fmla="*/ 1159 w 1364"/>
              <a:gd name="T5" fmla="*/ 786 h 1123"/>
              <a:gd name="T6" fmla="*/ 1143 w 1364"/>
              <a:gd name="T7" fmla="*/ 765 h 1123"/>
              <a:gd name="T8" fmla="*/ 720 w 1364"/>
              <a:gd name="T9" fmla="*/ 805 h 1123"/>
              <a:gd name="T10" fmla="*/ 57 w 1364"/>
              <a:gd name="T11" fmla="*/ 484 h 1123"/>
              <a:gd name="T12" fmla="*/ 733 w 1364"/>
              <a:gd name="T13" fmla="*/ 828 h 1123"/>
              <a:gd name="T14" fmla="*/ 1158 w 1364"/>
              <a:gd name="T15" fmla="*/ 621 h 1123"/>
              <a:gd name="T16" fmla="*/ 720 w 1364"/>
              <a:gd name="T17" fmla="*/ 805 h 1123"/>
              <a:gd name="T18" fmla="*/ 1001 w 1364"/>
              <a:gd name="T19" fmla="*/ 579 h 1123"/>
              <a:gd name="T20" fmla="*/ 990 w 1364"/>
              <a:gd name="T21" fmla="*/ 441 h 1123"/>
              <a:gd name="T22" fmla="*/ 284 w 1364"/>
              <a:gd name="T23" fmla="*/ 432 h 1123"/>
              <a:gd name="T24" fmla="*/ 71 w 1364"/>
              <a:gd name="T25" fmla="*/ 478 h 1123"/>
              <a:gd name="T26" fmla="*/ 720 w 1364"/>
              <a:gd name="T27" fmla="*/ 1101 h 1123"/>
              <a:gd name="T28" fmla="*/ 57 w 1364"/>
              <a:gd name="T29" fmla="*/ 780 h 1123"/>
              <a:gd name="T30" fmla="*/ 733 w 1364"/>
              <a:gd name="T31" fmla="*/ 1123 h 1123"/>
              <a:gd name="T32" fmla="*/ 1158 w 1364"/>
              <a:gd name="T33" fmla="*/ 917 h 1123"/>
              <a:gd name="T34" fmla="*/ 720 w 1364"/>
              <a:gd name="T35" fmla="*/ 1101 h 1123"/>
              <a:gd name="T36" fmla="*/ 1067 w 1364"/>
              <a:gd name="T37" fmla="*/ 344 h 1123"/>
              <a:gd name="T38" fmla="*/ 1056 w 1364"/>
              <a:gd name="T39" fmla="*/ 368 h 1123"/>
              <a:gd name="T40" fmla="*/ 1063 w 1364"/>
              <a:gd name="T41" fmla="*/ 404 h 1123"/>
              <a:gd name="T42" fmla="*/ 1035 w 1364"/>
              <a:gd name="T43" fmla="*/ 562 h 1123"/>
              <a:gd name="T44" fmla="*/ 1115 w 1364"/>
              <a:gd name="T45" fmla="*/ 422 h 1123"/>
              <a:gd name="T46" fmla="*/ 1106 w 1364"/>
              <a:gd name="T47" fmla="*/ 389 h 1123"/>
              <a:gd name="T48" fmla="*/ 1114 w 1364"/>
              <a:gd name="T49" fmla="*/ 352 h 1123"/>
              <a:gd name="T50" fmla="*/ 1104 w 1364"/>
              <a:gd name="T51" fmla="*/ 226 h 1123"/>
              <a:gd name="T52" fmla="*/ 1356 w 1364"/>
              <a:gd name="T53" fmla="*/ 174 h 1123"/>
              <a:gd name="T54" fmla="*/ 773 w 1364"/>
              <a:gd name="T55" fmla="*/ 4 h 1123"/>
              <a:gd name="T56" fmla="*/ 413 w 1364"/>
              <a:gd name="T57" fmla="*/ 28 h 1123"/>
              <a:gd name="T58" fmla="*/ 11 w 1364"/>
              <a:gd name="T59" fmla="*/ 76 h 1123"/>
              <a:gd name="T60" fmla="*/ 480 w 1364"/>
              <a:gd name="T61" fmla="*/ 323 h 1123"/>
              <a:gd name="T62" fmla="*/ 1039 w 1364"/>
              <a:gd name="T63" fmla="*/ 238 h 1123"/>
              <a:gd name="T64" fmla="*/ 628 w 1364"/>
              <a:gd name="T65" fmla="*/ 161 h 1123"/>
              <a:gd name="T66" fmla="*/ 1054 w 1364"/>
              <a:gd name="T67" fmla="*/ 204 h 1123"/>
              <a:gd name="T68" fmla="*/ 961 w 1364"/>
              <a:gd name="T69" fmla="*/ 281 h 1123"/>
              <a:gd name="T70" fmla="*/ 315 w 1364"/>
              <a:gd name="T71" fmla="*/ 432 h 1123"/>
              <a:gd name="T72" fmla="*/ 466 w 1364"/>
              <a:gd name="T73" fmla="*/ 350 h 1123"/>
              <a:gd name="T74" fmla="*/ 961 w 1364"/>
              <a:gd name="T75" fmla="*/ 281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64" h="1123">
                <a:moveTo>
                  <a:pt x="717" y="953"/>
                </a:moveTo>
                <a:cubicBezTo>
                  <a:pt x="707" y="917"/>
                  <a:pt x="707" y="881"/>
                  <a:pt x="725" y="847"/>
                </a:cubicBezTo>
                <a:lnTo>
                  <a:pt x="54" y="632"/>
                </a:lnTo>
                <a:cubicBezTo>
                  <a:pt x="28" y="665"/>
                  <a:pt x="21" y="710"/>
                  <a:pt x="51" y="757"/>
                </a:cubicBezTo>
                <a:lnTo>
                  <a:pt x="730" y="975"/>
                </a:lnTo>
                <a:lnTo>
                  <a:pt x="1159" y="786"/>
                </a:lnTo>
                <a:cubicBezTo>
                  <a:pt x="1170" y="781"/>
                  <a:pt x="1169" y="773"/>
                  <a:pt x="1155" y="768"/>
                </a:cubicBezTo>
                <a:lnTo>
                  <a:pt x="1143" y="765"/>
                </a:lnTo>
                <a:lnTo>
                  <a:pt x="717" y="953"/>
                </a:lnTo>
                <a:close/>
                <a:moveTo>
                  <a:pt x="720" y="805"/>
                </a:moveTo>
                <a:cubicBezTo>
                  <a:pt x="710" y="770"/>
                  <a:pt x="710" y="734"/>
                  <a:pt x="729" y="700"/>
                </a:cubicBezTo>
                <a:lnTo>
                  <a:pt x="57" y="484"/>
                </a:lnTo>
                <a:cubicBezTo>
                  <a:pt x="31" y="518"/>
                  <a:pt x="24" y="563"/>
                  <a:pt x="55" y="610"/>
                </a:cubicBezTo>
                <a:lnTo>
                  <a:pt x="733" y="828"/>
                </a:lnTo>
                <a:lnTo>
                  <a:pt x="1162" y="639"/>
                </a:lnTo>
                <a:cubicBezTo>
                  <a:pt x="1174" y="633"/>
                  <a:pt x="1172" y="626"/>
                  <a:pt x="1158" y="621"/>
                </a:cubicBezTo>
                <a:lnTo>
                  <a:pt x="1146" y="617"/>
                </a:lnTo>
                <a:lnTo>
                  <a:pt x="720" y="805"/>
                </a:lnTo>
                <a:close/>
                <a:moveTo>
                  <a:pt x="742" y="694"/>
                </a:moveTo>
                <a:lnTo>
                  <a:pt x="1001" y="579"/>
                </a:lnTo>
                <a:lnTo>
                  <a:pt x="1021" y="451"/>
                </a:lnTo>
                <a:lnTo>
                  <a:pt x="990" y="441"/>
                </a:lnTo>
                <a:cubicBezTo>
                  <a:pt x="976" y="548"/>
                  <a:pt x="711" y="556"/>
                  <a:pt x="638" y="556"/>
                </a:cubicBezTo>
                <a:cubicBezTo>
                  <a:pt x="562" y="556"/>
                  <a:pt x="284" y="548"/>
                  <a:pt x="284" y="432"/>
                </a:cubicBezTo>
                <a:lnTo>
                  <a:pt x="284" y="384"/>
                </a:lnTo>
                <a:lnTo>
                  <a:pt x="71" y="478"/>
                </a:lnTo>
                <a:lnTo>
                  <a:pt x="742" y="694"/>
                </a:lnTo>
                <a:close/>
                <a:moveTo>
                  <a:pt x="720" y="1101"/>
                </a:moveTo>
                <a:cubicBezTo>
                  <a:pt x="710" y="1066"/>
                  <a:pt x="710" y="1030"/>
                  <a:pt x="728" y="995"/>
                </a:cubicBezTo>
                <a:lnTo>
                  <a:pt x="57" y="780"/>
                </a:lnTo>
                <a:cubicBezTo>
                  <a:pt x="31" y="814"/>
                  <a:pt x="24" y="858"/>
                  <a:pt x="54" y="906"/>
                </a:cubicBezTo>
                <a:lnTo>
                  <a:pt x="733" y="1123"/>
                </a:lnTo>
                <a:lnTo>
                  <a:pt x="1162" y="934"/>
                </a:lnTo>
                <a:cubicBezTo>
                  <a:pt x="1173" y="929"/>
                  <a:pt x="1171" y="921"/>
                  <a:pt x="1158" y="917"/>
                </a:cubicBezTo>
                <a:lnTo>
                  <a:pt x="1146" y="913"/>
                </a:lnTo>
                <a:lnTo>
                  <a:pt x="720" y="1101"/>
                </a:lnTo>
                <a:close/>
                <a:moveTo>
                  <a:pt x="1067" y="219"/>
                </a:moveTo>
                <a:lnTo>
                  <a:pt x="1067" y="344"/>
                </a:lnTo>
                <a:cubicBezTo>
                  <a:pt x="1062" y="345"/>
                  <a:pt x="1058" y="348"/>
                  <a:pt x="1058" y="352"/>
                </a:cubicBezTo>
                <a:lnTo>
                  <a:pt x="1056" y="368"/>
                </a:lnTo>
                <a:cubicBezTo>
                  <a:pt x="1056" y="378"/>
                  <a:pt x="1065" y="382"/>
                  <a:pt x="1064" y="389"/>
                </a:cubicBezTo>
                <a:lnTo>
                  <a:pt x="1063" y="404"/>
                </a:lnTo>
                <a:cubicBezTo>
                  <a:pt x="1063" y="410"/>
                  <a:pt x="1057" y="415"/>
                  <a:pt x="1056" y="422"/>
                </a:cubicBezTo>
                <a:lnTo>
                  <a:pt x="1035" y="562"/>
                </a:lnTo>
                <a:cubicBezTo>
                  <a:pt x="1043" y="579"/>
                  <a:pt x="1127" y="579"/>
                  <a:pt x="1136" y="562"/>
                </a:cubicBezTo>
                <a:lnTo>
                  <a:pt x="1115" y="422"/>
                </a:lnTo>
                <a:cubicBezTo>
                  <a:pt x="1114" y="415"/>
                  <a:pt x="1108" y="410"/>
                  <a:pt x="1107" y="404"/>
                </a:cubicBezTo>
                <a:lnTo>
                  <a:pt x="1106" y="389"/>
                </a:lnTo>
                <a:cubicBezTo>
                  <a:pt x="1106" y="381"/>
                  <a:pt x="1115" y="379"/>
                  <a:pt x="1115" y="369"/>
                </a:cubicBezTo>
                <a:lnTo>
                  <a:pt x="1114" y="352"/>
                </a:lnTo>
                <a:cubicBezTo>
                  <a:pt x="1113" y="347"/>
                  <a:pt x="1109" y="344"/>
                  <a:pt x="1104" y="344"/>
                </a:cubicBezTo>
                <a:cubicBezTo>
                  <a:pt x="1104" y="218"/>
                  <a:pt x="1104" y="362"/>
                  <a:pt x="1104" y="226"/>
                </a:cubicBezTo>
                <a:lnTo>
                  <a:pt x="1356" y="183"/>
                </a:lnTo>
                <a:cubicBezTo>
                  <a:pt x="1362" y="182"/>
                  <a:pt x="1364" y="177"/>
                  <a:pt x="1356" y="174"/>
                </a:cubicBezTo>
                <a:cubicBezTo>
                  <a:pt x="1235" y="139"/>
                  <a:pt x="1125" y="107"/>
                  <a:pt x="1024" y="77"/>
                </a:cubicBezTo>
                <a:cubicBezTo>
                  <a:pt x="934" y="51"/>
                  <a:pt x="850" y="26"/>
                  <a:pt x="773" y="4"/>
                </a:cubicBezTo>
                <a:cubicBezTo>
                  <a:pt x="759" y="0"/>
                  <a:pt x="750" y="0"/>
                  <a:pt x="736" y="1"/>
                </a:cubicBezTo>
                <a:cubicBezTo>
                  <a:pt x="635" y="9"/>
                  <a:pt x="527" y="18"/>
                  <a:pt x="413" y="28"/>
                </a:cubicBezTo>
                <a:cubicBezTo>
                  <a:pt x="289" y="39"/>
                  <a:pt x="155" y="50"/>
                  <a:pt x="12" y="62"/>
                </a:cubicBezTo>
                <a:cubicBezTo>
                  <a:pt x="0" y="64"/>
                  <a:pt x="3" y="73"/>
                  <a:pt x="11" y="76"/>
                </a:cubicBezTo>
                <a:cubicBezTo>
                  <a:pt x="68" y="106"/>
                  <a:pt x="130" y="139"/>
                  <a:pt x="198" y="175"/>
                </a:cubicBezTo>
                <a:cubicBezTo>
                  <a:pt x="281" y="219"/>
                  <a:pt x="374" y="268"/>
                  <a:pt x="480" y="323"/>
                </a:cubicBezTo>
                <a:cubicBezTo>
                  <a:pt x="489" y="328"/>
                  <a:pt x="508" y="330"/>
                  <a:pt x="523" y="327"/>
                </a:cubicBezTo>
                <a:cubicBezTo>
                  <a:pt x="695" y="298"/>
                  <a:pt x="867" y="268"/>
                  <a:pt x="1039" y="238"/>
                </a:cubicBezTo>
                <a:cubicBezTo>
                  <a:pt x="1038" y="232"/>
                  <a:pt x="1036" y="229"/>
                  <a:pt x="1029" y="227"/>
                </a:cubicBezTo>
                <a:lnTo>
                  <a:pt x="628" y="161"/>
                </a:lnTo>
                <a:cubicBezTo>
                  <a:pt x="593" y="156"/>
                  <a:pt x="599" y="131"/>
                  <a:pt x="619" y="134"/>
                </a:cubicBezTo>
                <a:lnTo>
                  <a:pt x="1054" y="204"/>
                </a:lnTo>
                <a:cubicBezTo>
                  <a:pt x="1062" y="206"/>
                  <a:pt x="1066" y="211"/>
                  <a:pt x="1067" y="219"/>
                </a:cubicBezTo>
                <a:close/>
                <a:moveTo>
                  <a:pt x="961" y="281"/>
                </a:moveTo>
                <a:lnTo>
                  <a:pt x="961" y="432"/>
                </a:lnTo>
                <a:cubicBezTo>
                  <a:pt x="961" y="557"/>
                  <a:pt x="315" y="557"/>
                  <a:pt x="315" y="432"/>
                </a:cubicBezTo>
                <a:lnTo>
                  <a:pt x="315" y="270"/>
                </a:lnTo>
                <a:cubicBezTo>
                  <a:pt x="365" y="296"/>
                  <a:pt x="415" y="323"/>
                  <a:pt x="466" y="350"/>
                </a:cubicBezTo>
                <a:cubicBezTo>
                  <a:pt x="483" y="359"/>
                  <a:pt x="509" y="360"/>
                  <a:pt x="528" y="357"/>
                </a:cubicBezTo>
                <a:cubicBezTo>
                  <a:pt x="672" y="331"/>
                  <a:pt x="816" y="306"/>
                  <a:pt x="961" y="281"/>
                </a:cubicBezTo>
                <a:close/>
              </a:path>
            </a:pathLst>
          </a:custGeom>
          <a:solidFill>
            <a:srgbClr val="4F80B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38100" dist="38100" dir="2700000" algn="tl">
                  <a:srgbClr val="000000">
                    <a:alpha val="43137"/>
                  </a:srgbClr>
                </a:outerShdw>
              </a:effectLst>
            </a:endParaRPr>
          </a:p>
        </p:txBody>
      </p:sp>
      <p:sp>
        <p:nvSpPr>
          <p:cNvPr id="4" name="Slide Number Placeholder 3">
            <a:extLst>
              <a:ext uri="{FF2B5EF4-FFF2-40B4-BE49-F238E27FC236}">
                <a16:creationId xmlns:a16="http://schemas.microsoft.com/office/drawing/2014/main" id="{FEB0818E-0E0C-4989-86D8-C9263C14942C}"/>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3</a:t>
            </a:fld>
            <a:endParaRPr lang="zh-CN" altLang="en-US" sz="2435"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矩形 63"/>
          <p:cNvSpPr/>
          <p:nvPr/>
        </p:nvSpPr>
        <p:spPr>
          <a:xfrm>
            <a:off x="0" y="13335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燕尾形箭头 74"/>
          <p:cNvSpPr/>
          <p:nvPr/>
        </p:nvSpPr>
        <p:spPr>
          <a:xfrm>
            <a:off x="2789370" y="3314735"/>
            <a:ext cx="9402630" cy="228529"/>
          </a:xfrm>
          <a:prstGeom prst="notch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02" tIns="45702" rIns="91402" bIns="45702" rtlCol="0" anchor="ctr"/>
          <a:lstStyle/>
          <a:p>
            <a:pPr algn="ctr"/>
            <a:endParaRPr lang="zh-CN" altLang="en-US" sz="2490">
              <a:cs typeface="+mn-ea"/>
              <a:sym typeface="+mn-lt"/>
            </a:endParaRPr>
          </a:p>
        </p:txBody>
      </p:sp>
      <p:sp>
        <p:nvSpPr>
          <p:cNvPr id="76" name="椭圆 75"/>
          <p:cNvSpPr/>
          <p:nvPr/>
        </p:nvSpPr>
        <p:spPr>
          <a:xfrm>
            <a:off x="6078327" y="3345760"/>
            <a:ext cx="234480" cy="2447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02" tIns="45702" rIns="91402" bIns="45702" rtlCol="0" anchor="ctr"/>
          <a:lstStyle/>
          <a:p>
            <a:pPr algn="ctr"/>
            <a:endParaRPr lang="zh-CN" altLang="en-US" sz="2490">
              <a:cs typeface="+mn-ea"/>
              <a:sym typeface="+mn-lt"/>
            </a:endParaRPr>
          </a:p>
        </p:txBody>
      </p:sp>
      <p:sp>
        <p:nvSpPr>
          <p:cNvPr id="77" name="椭圆 76"/>
          <p:cNvSpPr/>
          <p:nvPr/>
        </p:nvSpPr>
        <p:spPr>
          <a:xfrm>
            <a:off x="8572970" y="3345760"/>
            <a:ext cx="234480" cy="2447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02" tIns="45702" rIns="91402" bIns="45702" rtlCol="0" anchor="ctr"/>
          <a:lstStyle/>
          <a:p>
            <a:pPr algn="ctr"/>
            <a:endParaRPr lang="zh-CN" altLang="en-US" sz="2490">
              <a:cs typeface="+mn-ea"/>
              <a:sym typeface="+mn-lt"/>
            </a:endParaRPr>
          </a:p>
        </p:txBody>
      </p:sp>
      <p:sp>
        <p:nvSpPr>
          <p:cNvPr id="79" name="椭圆 78"/>
          <p:cNvSpPr/>
          <p:nvPr/>
        </p:nvSpPr>
        <p:spPr>
          <a:xfrm>
            <a:off x="3598732" y="3345760"/>
            <a:ext cx="234480" cy="2447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02" tIns="45702" rIns="91402" bIns="45702" rtlCol="0" anchor="ctr"/>
          <a:lstStyle/>
          <a:p>
            <a:pPr algn="ctr"/>
            <a:endParaRPr lang="zh-CN" altLang="en-US" sz="2490">
              <a:cs typeface="+mn-ea"/>
              <a:sym typeface="+mn-lt"/>
            </a:endParaRPr>
          </a:p>
        </p:txBody>
      </p:sp>
      <p:grpSp>
        <p:nvGrpSpPr>
          <p:cNvPr id="83" name="组合 82"/>
          <p:cNvGrpSpPr/>
          <p:nvPr/>
        </p:nvGrpSpPr>
        <p:grpSpPr>
          <a:xfrm>
            <a:off x="3096161" y="1815828"/>
            <a:ext cx="1273224" cy="1239248"/>
            <a:chOff x="1784435" y="2343128"/>
            <a:chExt cx="962021" cy="962021"/>
          </a:xfrm>
          <a:solidFill>
            <a:srgbClr val="4F80BD"/>
          </a:solidFill>
        </p:grpSpPr>
        <p:sp>
          <p:nvSpPr>
            <p:cNvPr id="84" name="圆角矩形 83"/>
            <p:cNvSpPr/>
            <p:nvPr/>
          </p:nvSpPr>
          <p:spPr>
            <a:xfrm rot="8100000">
              <a:off x="1784435" y="2343128"/>
              <a:ext cx="962021" cy="96202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tx2">
                    <a:lumMod val="75000"/>
                  </a:schemeClr>
                </a:solidFill>
                <a:cs typeface="+mn-ea"/>
                <a:sym typeface="+mn-lt"/>
              </a:endParaRPr>
            </a:p>
          </p:txBody>
        </p:sp>
        <p:sp>
          <p:nvSpPr>
            <p:cNvPr id="85" name="文本框 84"/>
            <p:cNvSpPr txBox="1"/>
            <p:nvPr/>
          </p:nvSpPr>
          <p:spPr>
            <a:xfrm>
              <a:off x="1838580" y="2595808"/>
              <a:ext cx="830667" cy="491369"/>
            </a:xfrm>
            <a:prstGeom prst="rect">
              <a:avLst/>
            </a:prstGeom>
            <a:grpFill/>
          </p:spPr>
          <p:txBody>
            <a:bodyPr wrap="square" rtlCol="0">
              <a:normAutofit lnSpcReduction="10000"/>
            </a:bodyPr>
            <a:lstStyle/>
            <a:p>
              <a:pPr algn="ctr">
                <a:lnSpc>
                  <a:spcPct val="120000"/>
                </a:lnSpc>
              </a:pPr>
              <a:r>
                <a:rPr lang="vi-VN" altLang="zh-CN" sz="2400" b="1" baseline="-3000" dirty="0">
                  <a:latin typeface="Noto Sans"/>
                  <a:ea typeface="Noto Sans"/>
                  <a:cs typeface="+mn-ea"/>
                  <a:sym typeface="+mn-lt"/>
                </a:rPr>
                <a:t>THỰC TRẠNG</a:t>
              </a:r>
              <a:endParaRPr lang="zh-CN" altLang="en-US" sz="2400" b="1" baseline="-3000" dirty="0">
                <a:cs typeface="+mn-ea"/>
                <a:sym typeface="+mn-lt"/>
              </a:endParaRPr>
            </a:p>
          </p:txBody>
        </p:sp>
      </p:grpSp>
      <p:sp>
        <p:nvSpPr>
          <p:cNvPr id="33" name="iSlíďè"/>
          <p:cNvSpPr txBox="1"/>
          <p:nvPr/>
        </p:nvSpPr>
        <p:spPr bwMode="auto">
          <a:xfrm>
            <a:off x="2753642" y="3930332"/>
            <a:ext cx="2195791" cy="895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Autofit/>
          </a:bodyPr>
          <a:lstStyle/>
          <a:p>
            <a:pPr marL="285750" marR="0" lvl="0" indent="-285750" algn="l" defTabSz="913765" rtl="0" eaLnBrk="1" fontAlgn="auto" latinLnBrk="0" hangingPunct="1">
              <a:lnSpc>
                <a:spcPct val="110000"/>
              </a:lnSpc>
              <a:spcBef>
                <a:spcPct val="0"/>
              </a:spcBef>
              <a:spcAft>
                <a:spcPct val="0"/>
              </a:spcAft>
              <a:buClrTx/>
              <a:buSzTx/>
              <a:buFont typeface="Arial" panose="020B0604020202020204" pitchFamily="34" charset="0"/>
              <a:buChar char="•"/>
              <a:defRPr/>
            </a:pPr>
            <a:r>
              <a:rPr lang="vi-VN" altLang="vi-VN" b="1" dirty="0">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T</a:t>
            </a:r>
            <a:r>
              <a:rPr kumimoji="0" lang="vi-VN" altLang="vi-VN" b="1" i="0" u="none" strike="noStrike" kern="1200" cap="none" spc="0" normalizeH="0" baseline="0" noProof="0" dirty="0">
                <a:ln>
                  <a:noFill/>
                </a:ln>
                <a:solidFill>
                  <a:schemeClr val="bg2">
                    <a:lumMod val="10000"/>
                  </a:schemeClr>
                </a:solidFill>
                <a:effectLst/>
                <a:uLnTx/>
                <a:uFillTx/>
                <a:latin typeface="Times New Roman" panose="02020603050405020304" pitchFamily="18" charset="0"/>
                <a:ea typeface="Noto Sans" panose="020B0502040504020204" pitchFamily="34" charset="0"/>
                <a:cs typeface="Times New Roman" panose="02020603050405020304" pitchFamily="18" charset="0"/>
                <a:sym typeface="+mn-lt"/>
              </a:rPr>
              <a:t>hủ công</a:t>
            </a:r>
          </a:p>
          <a:p>
            <a:pPr marL="285750" marR="0" lvl="0" indent="-285750" algn="l" defTabSz="913765" rtl="0" eaLnBrk="1" fontAlgn="auto" latinLnBrk="0" hangingPunct="1">
              <a:lnSpc>
                <a:spcPct val="110000"/>
              </a:lnSpc>
              <a:spcBef>
                <a:spcPct val="0"/>
              </a:spcBef>
              <a:spcAft>
                <a:spcPct val="0"/>
              </a:spcAft>
              <a:buClrTx/>
              <a:buSzTx/>
              <a:buFont typeface="Arial" panose="020B0604020202020204" pitchFamily="34" charset="0"/>
              <a:buChar char="•"/>
              <a:defRPr/>
            </a:pPr>
            <a:r>
              <a:rPr kumimoji="0" lang="vi-VN" altLang="vi-VN" b="1" i="0" u="none" strike="noStrike" kern="1200" cap="none" spc="0" normalizeH="0" baseline="0" noProof="0" dirty="0">
                <a:ln>
                  <a:noFill/>
                </a:ln>
                <a:solidFill>
                  <a:schemeClr val="bg2">
                    <a:lumMod val="10000"/>
                  </a:schemeClr>
                </a:solidFill>
                <a:effectLst/>
                <a:uLnTx/>
                <a:uFillTx/>
                <a:latin typeface="Times New Roman" panose="02020603050405020304" pitchFamily="18" charset="0"/>
                <a:ea typeface="Noto Sans" panose="020B0502040504020204" pitchFamily="34" charset="0"/>
                <a:cs typeface="Times New Roman" panose="02020603050405020304" pitchFamily="18" charset="0"/>
                <a:sym typeface="+mn-lt"/>
              </a:rPr>
              <a:t>Mất nhiều thời gian</a:t>
            </a:r>
          </a:p>
          <a:p>
            <a:pPr marL="285750" marR="0" lvl="0" indent="-285750" algn="l" defTabSz="913765" rtl="0" eaLnBrk="1" fontAlgn="auto" latinLnBrk="0" hangingPunct="1">
              <a:lnSpc>
                <a:spcPct val="110000"/>
              </a:lnSpc>
              <a:spcBef>
                <a:spcPct val="0"/>
              </a:spcBef>
              <a:spcAft>
                <a:spcPct val="0"/>
              </a:spcAft>
              <a:buClrTx/>
              <a:buSzTx/>
              <a:buFont typeface="Arial" panose="020B0604020202020204" pitchFamily="34" charset="0"/>
              <a:buChar char="•"/>
              <a:defRPr/>
            </a:pPr>
            <a:r>
              <a:rPr lang="vi-VN" altLang="vi-VN" b="1" dirty="0">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K</a:t>
            </a:r>
            <a:r>
              <a:rPr kumimoji="0" lang="vi-VN" altLang="vi-VN" b="1" i="0" u="none" strike="noStrike" kern="1200" cap="none" spc="0" normalizeH="0" baseline="0" noProof="0" dirty="0">
                <a:ln>
                  <a:noFill/>
                </a:ln>
                <a:solidFill>
                  <a:schemeClr val="bg2">
                    <a:lumMod val="10000"/>
                  </a:schemeClr>
                </a:solidFill>
                <a:effectLst/>
                <a:uLnTx/>
                <a:uFillTx/>
                <a:latin typeface="Times New Roman" panose="02020603050405020304" pitchFamily="18" charset="0"/>
                <a:ea typeface="Noto Sans" panose="020B0502040504020204" pitchFamily="34" charset="0"/>
                <a:cs typeface="Times New Roman" panose="02020603050405020304" pitchFamily="18" charset="0"/>
                <a:sym typeface="+mn-lt"/>
              </a:rPr>
              <a:t>hông tối ưu</a:t>
            </a:r>
          </a:p>
        </p:txBody>
      </p:sp>
      <p:grpSp>
        <p:nvGrpSpPr>
          <p:cNvPr id="8" name="组合 82">
            <a:extLst>
              <a:ext uri="{FF2B5EF4-FFF2-40B4-BE49-F238E27FC236}">
                <a16:creationId xmlns:a16="http://schemas.microsoft.com/office/drawing/2014/main" id="{FE76C4EB-E938-78F2-5503-51929EE16531}"/>
              </a:ext>
            </a:extLst>
          </p:cNvPr>
          <p:cNvGrpSpPr/>
          <p:nvPr/>
        </p:nvGrpSpPr>
        <p:grpSpPr>
          <a:xfrm>
            <a:off x="5558955" y="1805265"/>
            <a:ext cx="1273224" cy="1239248"/>
            <a:chOff x="1784435" y="2343128"/>
            <a:chExt cx="962021" cy="962021"/>
          </a:xfrm>
          <a:solidFill>
            <a:srgbClr val="4F80BD"/>
          </a:solidFill>
        </p:grpSpPr>
        <p:sp>
          <p:nvSpPr>
            <p:cNvPr id="9" name="圆角矩形 83">
              <a:extLst>
                <a:ext uri="{FF2B5EF4-FFF2-40B4-BE49-F238E27FC236}">
                  <a16:creationId xmlns:a16="http://schemas.microsoft.com/office/drawing/2014/main" id="{F39D13F8-30DD-A1A3-0727-AF9ED9247244}"/>
                </a:ext>
              </a:extLst>
            </p:cNvPr>
            <p:cNvSpPr/>
            <p:nvPr/>
          </p:nvSpPr>
          <p:spPr>
            <a:xfrm rot="8100000">
              <a:off x="1784435" y="2343128"/>
              <a:ext cx="962021" cy="96202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tx2">
                    <a:lumMod val="75000"/>
                  </a:schemeClr>
                </a:solidFill>
                <a:cs typeface="+mn-ea"/>
                <a:sym typeface="+mn-lt"/>
              </a:endParaRPr>
            </a:p>
          </p:txBody>
        </p:sp>
        <p:sp>
          <p:nvSpPr>
            <p:cNvPr id="10" name="文本框 84">
              <a:extLst>
                <a:ext uri="{FF2B5EF4-FFF2-40B4-BE49-F238E27FC236}">
                  <a16:creationId xmlns:a16="http://schemas.microsoft.com/office/drawing/2014/main" id="{8AEE3F6F-894B-2C16-4119-B63CB568E1CB}"/>
                </a:ext>
              </a:extLst>
            </p:cNvPr>
            <p:cNvSpPr txBox="1"/>
            <p:nvPr/>
          </p:nvSpPr>
          <p:spPr>
            <a:xfrm>
              <a:off x="1838580" y="2595808"/>
              <a:ext cx="830667" cy="491369"/>
            </a:xfrm>
            <a:prstGeom prst="rect">
              <a:avLst/>
            </a:prstGeom>
            <a:grpFill/>
          </p:spPr>
          <p:txBody>
            <a:bodyPr wrap="square" rtlCol="0">
              <a:normAutofit lnSpcReduction="10000"/>
            </a:bodyPr>
            <a:lstStyle/>
            <a:p>
              <a:pPr algn="ctr">
                <a:lnSpc>
                  <a:spcPct val="120000"/>
                </a:lnSpc>
              </a:pPr>
              <a:r>
                <a:rPr lang="vi-VN" altLang="zh-CN" sz="2400" b="1" baseline="-3000" dirty="0">
                  <a:latin typeface="Noto Sans"/>
                  <a:ea typeface="Noto Sans"/>
                  <a:cs typeface="+mn-ea"/>
                  <a:sym typeface="+mn-lt"/>
                </a:rPr>
                <a:t>YÊU CẦU THỰC TẾ</a:t>
              </a:r>
              <a:endParaRPr lang="zh-CN" altLang="en-US" sz="2400" b="1" baseline="-3000" dirty="0">
                <a:cs typeface="+mn-ea"/>
                <a:sym typeface="+mn-lt"/>
              </a:endParaRPr>
            </a:p>
          </p:txBody>
        </p:sp>
      </p:grpSp>
      <p:grpSp>
        <p:nvGrpSpPr>
          <p:cNvPr id="12" name="组合 82">
            <a:extLst>
              <a:ext uri="{FF2B5EF4-FFF2-40B4-BE49-F238E27FC236}">
                <a16:creationId xmlns:a16="http://schemas.microsoft.com/office/drawing/2014/main" id="{C9EEC130-651F-F9EE-1B50-BB59DDC68A53}"/>
              </a:ext>
            </a:extLst>
          </p:cNvPr>
          <p:cNvGrpSpPr/>
          <p:nvPr/>
        </p:nvGrpSpPr>
        <p:grpSpPr>
          <a:xfrm>
            <a:off x="8053598" y="1720204"/>
            <a:ext cx="1273224" cy="1239248"/>
            <a:chOff x="1784435" y="2343128"/>
            <a:chExt cx="962021" cy="962021"/>
          </a:xfrm>
          <a:solidFill>
            <a:srgbClr val="4F80BD"/>
          </a:solidFill>
        </p:grpSpPr>
        <p:sp>
          <p:nvSpPr>
            <p:cNvPr id="13" name="圆角矩形 83">
              <a:extLst>
                <a:ext uri="{FF2B5EF4-FFF2-40B4-BE49-F238E27FC236}">
                  <a16:creationId xmlns:a16="http://schemas.microsoft.com/office/drawing/2014/main" id="{615B4933-6250-83CB-49DB-D1DDEC047303}"/>
                </a:ext>
              </a:extLst>
            </p:cNvPr>
            <p:cNvSpPr/>
            <p:nvPr/>
          </p:nvSpPr>
          <p:spPr>
            <a:xfrm rot="8100000">
              <a:off x="1784435" y="2343128"/>
              <a:ext cx="962021" cy="96202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tx2">
                    <a:lumMod val="75000"/>
                  </a:schemeClr>
                </a:solidFill>
                <a:cs typeface="+mn-ea"/>
                <a:sym typeface="+mn-lt"/>
              </a:endParaRPr>
            </a:p>
          </p:txBody>
        </p:sp>
        <p:sp>
          <p:nvSpPr>
            <p:cNvPr id="14" name="文本框 84">
              <a:extLst>
                <a:ext uri="{FF2B5EF4-FFF2-40B4-BE49-F238E27FC236}">
                  <a16:creationId xmlns:a16="http://schemas.microsoft.com/office/drawing/2014/main" id="{54CE0AAF-0A25-3E88-5C80-64A82F748F01}"/>
                </a:ext>
              </a:extLst>
            </p:cNvPr>
            <p:cNvSpPr txBox="1"/>
            <p:nvPr/>
          </p:nvSpPr>
          <p:spPr>
            <a:xfrm>
              <a:off x="1838580" y="2595808"/>
              <a:ext cx="830667" cy="491369"/>
            </a:xfrm>
            <a:prstGeom prst="rect">
              <a:avLst/>
            </a:prstGeom>
            <a:grpFill/>
          </p:spPr>
          <p:txBody>
            <a:bodyPr wrap="square" rtlCol="0">
              <a:normAutofit/>
            </a:bodyPr>
            <a:lstStyle/>
            <a:p>
              <a:pPr algn="ctr">
                <a:lnSpc>
                  <a:spcPct val="200000"/>
                </a:lnSpc>
              </a:pPr>
              <a:r>
                <a:rPr lang="vi-VN" altLang="zh-CN" sz="2400" b="1" baseline="-3000" dirty="0">
                  <a:latin typeface="Noto Sans"/>
                  <a:ea typeface="Noto Sans"/>
                  <a:cs typeface="+mn-ea"/>
                  <a:sym typeface="+mn-lt"/>
                </a:rPr>
                <a:t>CƠ HỘI</a:t>
              </a:r>
              <a:endParaRPr lang="zh-CN" altLang="en-US" sz="2400" b="1" baseline="-3000" dirty="0">
                <a:cs typeface="+mn-ea"/>
                <a:sym typeface="+mn-lt"/>
              </a:endParaRPr>
            </a:p>
          </p:txBody>
        </p:sp>
      </p:grpSp>
      <p:sp>
        <p:nvSpPr>
          <p:cNvPr id="15" name="iSlíďè">
            <a:extLst>
              <a:ext uri="{FF2B5EF4-FFF2-40B4-BE49-F238E27FC236}">
                <a16:creationId xmlns:a16="http://schemas.microsoft.com/office/drawing/2014/main" id="{E3C17CAA-6560-1F3A-53F5-AF453FA30574}"/>
              </a:ext>
            </a:extLst>
          </p:cNvPr>
          <p:cNvSpPr txBox="1"/>
          <p:nvPr/>
        </p:nvSpPr>
        <p:spPr bwMode="auto">
          <a:xfrm>
            <a:off x="5262329" y="3930332"/>
            <a:ext cx="2195791" cy="895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Autofit/>
          </a:bodyPr>
          <a:lstStyle/>
          <a:p>
            <a:pPr marL="285750" marR="0" lvl="0" indent="-285750" algn="l" defTabSz="913765" rtl="0" eaLnBrk="1" fontAlgn="auto" latinLnBrk="0" hangingPunct="1">
              <a:lnSpc>
                <a:spcPct val="110000"/>
              </a:lnSpc>
              <a:spcBef>
                <a:spcPct val="0"/>
              </a:spcBef>
              <a:spcAft>
                <a:spcPct val="0"/>
              </a:spcAft>
              <a:buClrTx/>
              <a:buSzTx/>
              <a:buFont typeface="Arial" panose="020B0604020202020204" pitchFamily="34" charset="0"/>
              <a:buChar char="•"/>
              <a:defRPr/>
            </a:pPr>
            <a:r>
              <a:rPr kumimoji="0" lang="vi-VN" altLang="vi-VN" b="1" i="0" u="none" strike="noStrike" kern="1200" cap="none" spc="0" normalizeH="0" baseline="0" noProof="0" dirty="0">
                <a:ln>
                  <a:noFill/>
                </a:ln>
                <a:solidFill>
                  <a:schemeClr val="bg2">
                    <a:lumMod val="10000"/>
                  </a:schemeClr>
                </a:solidFill>
                <a:effectLst/>
                <a:uLnTx/>
                <a:uFillTx/>
                <a:latin typeface="Times New Roman" panose="02020603050405020304" pitchFamily="18" charset="0"/>
                <a:ea typeface="Noto Sans" panose="020B0502040504020204" pitchFamily="34" charset="0"/>
                <a:cs typeface="Times New Roman" panose="02020603050405020304" pitchFamily="18" charset="0"/>
                <a:sym typeface="+mn-lt"/>
              </a:rPr>
              <a:t>Hệ thống hiện đại</a:t>
            </a:r>
          </a:p>
          <a:p>
            <a:pPr marL="285750" marR="0" lvl="0" indent="-285750" algn="l" defTabSz="913765" rtl="0" eaLnBrk="1" fontAlgn="auto" latinLnBrk="0" hangingPunct="1">
              <a:lnSpc>
                <a:spcPct val="110000"/>
              </a:lnSpc>
              <a:spcBef>
                <a:spcPct val="0"/>
              </a:spcBef>
              <a:spcAft>
                <a:spcPct val="0"/>
              </a:spcAft>
              <a:buClrTx/>
              <a:buSzTx/>
              <a:buFont typeface="Arial" panose="020B0604020202020204" pitchFamily="34" charset="0"/>
              <a:buChar char="•"/>
              <a:defRPr/>
            </a:pPr>
            <a:r>
              <a:rPr lang="vi-VN" altLang="vi-VN" b="1" dirty="0">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Hệ thống quản lý</a:t>
            </a:r>
          </a:p>
          <a:p>
            <a:pPr marL="285750" marR="0" lvl="0" indent="-285750" algn="l" defTabSz="913765" rtl="0" eaLnBrk="1" fontAlgn="auto" latinLnBrk="0" hangingPunct="1">
              <a:lnSpc>
                <a:spcPct val="110000"/>
              </a:lnSpc>
              <a:spcBef>
                <a:spcPct val="0"/>
              </a:spcBef>
              <a:spcAft>
                <a:spcPct val="0"/>
              </a:spcAft>
              <a:buClrTx/>
              <a:buSzTx/>
              <a:buFont typeface="Arial" panose="020B0604020202020204" pitchFamily="34" charset="0"/>
              <a:buChar char="•"/>
              <a:defRPr/>
            </a:pPr>
            <a:r>
              <a:rPr kumimoji="0" lang="en-US" altLang="vi-VN" b="1" i="0" u="none" strike="noStrike" kern="1200" cap="none" spc="0" normalizeH="0" baseline="0" noProof="0" dirty="0" err="1">
                <a:ln>
                  <a:noFill/>
                </a:ln>
                <a:solidFill>
                  <a:schemeClr val="bg2">
                    <a:lumMod val="10000"/>
                  </a:schemeClr>
                </a:solidFill>
                <a:effectLst/>
                <a:uLnTx/>
                <a:uFillTx/>
                <a:latin typeface="Times New Roman" panose="02020603050405020304" pitchFamily="18" charset="0"/>
                <a:ea typeface="Noto Sans" panose="020B0502040504020204" pitchFamily="34" charset="0"/>
                <a:cs typeface="Times New Roman" panose="02020603050405020304" pitchFamily="18" charset="0"/>
                <a:sym typeface="+mn-lt"/>
              </a:rPr>
              <a:t>Tối</a:t>
            </a:r>
            <a:r>
              <a:rPr kumimoji="0" lang="en-US" altLang="vi-VN" b="1" i="0" u="none" strike="noStrike" kern="1200" cap="none" spc="0" normalizeH="0" baseline="0" noProof="0" dirty="0">
                <a:ln>
                  <a:noFill/>
                </a:ln>
                <a:solidFill>
                  <a:schemeClr val="bg2">
                    <a:lumMod val="10000"/>
                  </a:schemeClr>
                </a:solidFill>
                <a:effectLst/>
                <a:uLnTx/>
                <a:uFillTx/>
                <a:latin typeface="Times New Roman" panose="02020603050405020304" pitchFamily="18" charset="0"/>
                <a:ea typeface="Noto Sans" panose="020B0502040504020204" pitchFamily="34" charset="0"/>
                <a:cs typeface="Times New Roman" panose="02020603050405020304" pitchFamily="18" charset="0"/>
                <a:sym typeface="+mn-lt"/>
              </a:rPr>
              <a:t> </a:t>
            </a:r>
            <a:r>
              <a:rPr lang="vi-VN" altLang="vi-VN" b="1" dirty="0">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ư</a:t>
            </a:r>
            <a:r>
              <a:rPr kumimoji="0" lang="en-US" altLang="vi-VN" b="1" i="0" u="none" strike="noStrike" kern="1200" cap="none" spc="0" normalizeH="0" baseline="0" noProof="0" dirty="0">
                <a:ln>
                  <a:noFill/>
                </a:ln>
                <a:solidFill>
                  <a:schemeClr val="bg2">
                    <a:lumMod val="10000"/>
                  </a:schemeClr>
                </a:solidFill>
                <a:effectLst/>
                <a:uLnTx/>
                <a:uFillTx/>
                <a:latin typeface="Times New Roman" panose="02020603050405020304" pitchFamily="18" charset="0"/>
                <a:ea typeface="Noto Sans" panose="020B0502040504020204" pitchFamily="34" charset="0"/>
                <a:cs typeface="Times New Roman" panose="02020603050405020304" pitchFamily="18" charset="0"/>
                <a:sym typeface="+mn-lt"/>
              </a:rPr>
              <a:t>u </a:t>
            </a:r>
            <a:r>
              <a:rPr kumimoji="0" lang="en-US" altLang="vi-VN" b="1" i="0" u="none" strike="noStrike" kern="1200" cap="none" spc="0" normalizeH="0" baseline="0" noProof="0" dirty="0" err="1">
                <a:ln>
                  <a:noFill/>
                </a:ln>
                <a:solidFill>
                  <a:schemeClr val="bg2">
                    <a:lumMod val="10000"/>
                  </a:schemeClr>
                </a:solidFill>
                <a:effectLst/>
                <a:uLnTx/>
                <a:uFillTx/>
                <a:latin typeface="Times New Roman" panose="02020603050405020304" pitchFamily="18" charset="0"/>
                <a:ea typeface="Noto Sans" panose="020B0502040504020204" pitchFamily="34" charset="0"/>
                <a:cs typeface="Times New Roman" panose="02020603050405020304" pitchFamily="18" charset="0"/>
                <a:sym typeface="+mn-lt"/>
              </a:rPr>
              <a:t>hệ</a:t>
            </a:r>
            <a:r>
              <a:rPr kumimoji="0" lang="en-US" altLang="vi-VN" b="1" i="0" u="none" strike="noStrike" kern="1200" cap="none" spc="0" normalizeH="0" baseline="0" noProof="0" dirty="0">
                <a:ln>
                  <a:noFill/>
                </a:ln>
                <a:solidFill>
                  <a:schemeClr val="bg2">
                    <a:lumMod val="10000"/>
                  </a:schemeClr>
                </a:solidFill>
                <a:effectLst/>
                <a:uLnTx/>
                <a:uFillTx/>
                <a:latin typeface="Times New Roman" panose="02020603050405020304" pitchFamily="18" charset="0"/>
                <a:ea typeface="Noto Sans" panose="020B0502040504020204" pitchFamily="34" charset="0"/>
                <a:cs typeface="Times New Roman" panose="02020603050405020304" pitchFamily="18" charset="0"/>
                <a:sym typeface="+mn-lt"/>
              </a:rPr>
              <a:t> </a:t>
            </a:r>
            <a:r>
              <a:rPr kumimoji="0" lang="en-US" altLang="vi-VN" b="1" i="0" u="none" strike="noStrike" kern="1200" cap="none" spc="0" normalizeH="0" baseline="0" noProof="0" dirty="0" err="1">
                <a:ln>
                  <a:noFill/>
                </a:ln>
                <a:solidFill>
                  <a:schemeClr val="bg2">
                    <a:lumMod val="10000"/>
                  </a:schemeClr>
                </a:solidFill>
                <a:effectLst/>
                <a:uLnTx/>
                <a:uFillTx/>
                <a:latin typeface="Times New Roman" panose="02020603050405020304" pitchFamily="18" charset="0"/>
                <a:ea typeface="Noto Sans" panose="020B0502040504020204" pitchFamily="34" charset="0"/>
                <a:cs typeface="Times New Roman" panose="02020603050405020304" pitchFamily="18" charset="0"/>
                <a:sym typeface="+mn-lt"/>
              </a:rPr>
              <a:t>thống</a:t>
            </a:r>
            <a:endParaRPr kumimoji="0" lang="vi-VN" altLang="vi-VN" b="1" i="0" u="none" strike="noStrike" kern="1200" cap="none" spc="0" normalizeH="0" baseline="0" noProof="0" dirty="0">
              <a:ln>
                <a:noFill/>
              </a:ln>
              <a:solidFill>
                <a:schemeClr val="bg2">
                  <a:lumMod val="10000"/>
                </a:schemeClr>
              </a:solidFill>
              <a:effectLst/>
              <a:uLnTx/>
              <a:uFillTx/>
              <a:latin typeface="Times New Roman" panose="02020603050405020304" pitchFamily="18" charset="0"/>
              <a:ea typeface="Noto Sans" panose="020B0502040504020204" pitchFamily="34" charset="0"/>
              <a:cs typeface="Times New Roman" panose="02020603050405020304" pitchFamily="18" charset="0"/>
              <a:sym typeface="+mn-lt"/>
            </a:endParaRPr>
          </a:p>
        </p:txBody>
      </p:sp>
      <p:sp>
        <p:nvSpPr>
          <p:cNvPr id="16" name="iSlíďè">
            <a:extLst>
              <a:ext uri="{FF2B5EF4-FFF2-40B4-BE49-F238E27FC236}">
                <a16:creationId xmlns:a16="http://schemas.microsoft.com/office/drawing/2014/main" id="{205D7945-92B9-F3D5-B5C0-DE3CFDABCA3A}"/>
              </a:ext>
            </a:extLst>
          </p:cNvPr>
          <p:cNvSpPr txBox="1"/>
          <p:nvPr/>
        </p:nvSpPr>
        <p:spPr bwMode="auto">
          <a:xfrm>
            <a:off x="7903492" y="3930333"/>
            <a:ext cx="2195791" cy="755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rmAutofit/>
          </a:bodyPr>
          <a:lstStyle/>
          <a:p>
            <a:pPr marL="285750" marR="0" lvl="0" indent="-285750" algn="l" defTabSz="913765" rtl="0" eaLnBrk="1" fontAlgn="auto" latinLnBrk="0" hangingPunct="1">
              <a:spcBef>
                <a:spcPct val="0"/>
              </a:spcBef>
              <a:spcAft>
                <a:spcPct val="0"/>
              </a:spcAft>
              <a:buClrTx/>
              <a:buSzTx/>
              <a:buFont typeface="Arial" panose="020B0604020202020204" pitchFamily="34" charset="0"/>
              <a:buChar char="•"/>
              <a:defRPr/>
            </a:pPr>
            <a:r>
              <a:rPr lang="en-US" altLang="vi-VN" b="1" dirty="0" err="1">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Đáp</a:t>
            </a:r>
            <a:r>
              <a:rPr lang="en-US" altLang="vi-VN" b="1" dirty="0">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 </a:t>
            </a:r>
            <a:r>
              <a:rPr lang="en-US" altLang="vi-VN" b="1" dirty="0" err="1">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ứng</a:t>
            </a:r>
            <a:r>
              <a:rPr lang="en-US" altLang="vi-VN" b="1" dirty="0">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 </a:t>
            </a:r>
            <a:r>
              <a:rPr lang="en-US" altLang="vi-VN" b="1" dirty="0" err="1">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nhu</a:t>
            </a:r>
            <a:r>
              <a:rPr lang="en-US" altLang="vi-VN" b="1" dirty="0">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 </a:t>
            </a:r>
            <a:r>
              <a:rPr lang="en-US" altLang="vi-VN" b="1" dirty="0" err="1">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cầu</a:t>
            </a:r>
            <a:endParaRPr lang="en-US" altLang="vi-VN" b="1" dirty="0">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endParaRPr>
          </a:p>
          <a:p>
            <a:pPr marL="285750" marR="0" lvl="0" indent="-285750" algn="l" defTabSz="913765" rtl="0" eaLnBrk="1" fontAlgn="auto" latinLnBrk="0" hangingPunct="1">
              <a:spcBef>
                <a:spcPct val="0"/>
              </a:spcBef>
              <a:spcAft>
                <a:spcPct val="0"/>
              </a:spcAft>
              <a:buClrTx/>
              <a:buSzTx/>
              <a:buFont typeface="Arial" panose="020B0604020202020204" pitchFamily="34" charset="0"/>
              <a:buChar char="•"/>
              <a:defRPr/>
            </a:pPr>
            <a:r>
              <a:rPr kumimoji="0" lang="en-US" altLang="vi-VN" b="1" i="0" u="none" strike="noStrike" kern="1200" cap="none" spc="0" normalizeH="0" baseline="0" noProof="0" dirty="0">
                <a:ln>
                  <a:noFill/>
                </a:ln>
                <a:solidFill>
                  <a:schemeClr val="bg2">
                    <a:lumMod val="10000"/>
                  </a:schemeClr>
                </a:solidFill>
                <a:effectLst/>
                <a:uLnTx/>
                <a:uFillTx/>
                <a:latin typeface="Times New Roman" panose="02020603050405020304" pitchFamily="18" charset="0"/>
                <a:ea typeface="Noto Sans" panose="020B0502040504020204" pitchFamily="34" charset="0"/>
                <a:cs typeface="Times New Roman" panose="02020603050405020304" pitchFamily="18" charset="0"/>
                <a:sym typeface="+mn-lt"/>
              </a:rPr>
              <a:t>Ph</a:t>
            </a:r>
            <a:r>
              <a:rPr lang="en-US" altLang="vi-VN" b="1" dirty="0">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ù </a:t>
            </a:r>
            <a:r>
              <a:rPr lang="en-US" altLang="vi-VN" b="1" dirty="0" err="1">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hợp</a:t>
            </a:r>
            <a:r>
              <a:rPr lang="en-US" altLang="vi-VN" b="1" dirty="0">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 xu </a:t>
            </a:r>
            <a:r>
              <a:rPr lang="en-US" altLang="vi-VN" b="1" dirty="0" err="1">
                <a:solidFill>
                  <a:schemeClr val="bg2">
                    <a:lumMod val="10000"/>
                  </a:schemeClr>
                </a:solidFill>
                <a:latin typeface="Times New Roman" panose="02020603050405020304" pitchFamily="18" charset="0"/>
                <a:ea typeface="Noto Sans" panose="020B0502040504020204" pitchFamily="34" charset="0"/>
                <a:cs typeface="Times New Roman" panose="02020603050405020304" pitchFamily="18" charset="0"/>
                <a:sym typeface="+mn-lt"/>
              </a:rPr>
              <a:t>hướng</a:t>
            </a:r>
            <a:endParaRPr kumimoji="0" lang="vi-VN" altLang="vi-VN" b="1" i="0" u="none" strike="noStrike" kern="1200" cap="none" spc="0" normalizeH="0" baseline="0" noProof="0" dirty="0">
              <a:ln>
                <a:noFill/>
              </a:ln>
              <a:solidFill>
                <a:schemeClr val="bg2">
                  <a:lumMod val="10000"/>
                </a:schemeClr>
              </a:solidFill>
              <a:effectLst/>
              <a:uLnTx/>
              <a:uFillTx/>
              <a:latin typeface="Times New Roman" panose="02020603050405020304" pitchFamily="18" charset="0"/>
              <a:ea typeface="Noto Sans" panose="020B0502040504020204" pitchFamily="34" charset="0"/>
              <a:cs typeface="Times New Roman" panose="02020603050405020304" pitchFamily="18" charset="0"/>
              <a:sym typeface="+mn-lt"/>
            </a:endParaRPr>
          </a:p>
        </p:txBody>
      </p:sp>
      <p:sp>
        <p:nvSpPr>
          <p:cNvPr id="2" name="Rectangle 45">
            <a:extLst>
              <a:ext uri="{FF2B5EF4-FFF2-40B4-BE49-F238E27FC236}">
                <a16:creationId xmlns:a16="http://schemas.microsoft.com/office/drawing/2014/main" id="{FDDC8DA0-714E-4580-3CE1-12F0B5DAF6E6}"/>
              </a:ext>
            </a:extLst>
          </p:cNvPr>
          <p:cNvSpPr/>
          <p:nvPr/>
        </p:nvSpPr>
        <p:spPr bwMode="auto">
          <a:xfrm>
            <a:off x="-993803" y="289367"/>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en-US" altLang="vi-VN" sz="2800" b="1" dirty="0">
                <a:solidFill>
                  <a:schemeClr val="bg1"/>
                </a:solidFill>
                <a:effectLst>
                  <a:outerShdw blurRad="38100" dist="38100" dir="2700000" algn="tl">
                    <a:srgbClr val="000000">
                      <a:alpha val="43137"/>
                    </a:srgbClr>
                  </a:outerShdw>
                </a:effectLst>
                <a:latin typeface="Noto Sans"/>
                <a:ea typeface="Noto Sans"/>
                <a:cs typeface="Bebas Neue" charset="0"/>
                <a:sym typeface="Bebas Neue" charset="0"/>
              </a:rPr>
              <a:t>BỐI CẢNH VÀ LÝ DO THỰC HIỆN</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微软雅黑" panose="020B0503020204020204" charset="-122"/>
              <a:ea typeface="微软雅黑"/>
              <a:cs typeface="Bebas Neue" charset="0"/>
              <a:sym typeface="Bebas Neue" charset="0"/>
            </a:endParaRPr>
          </a:p>
        </p:txBody>
      </p:sp>
      <p:sp>
        <p:nvSpPr>
          <p:cNvPr id="3" name="Slide Number Placeholder 2">
            <a:extLst>
              <a:ext uri="{FF2B5EF4-FFF2-40B4-BE49-F238E27FC236}">
                <a16:creationId xmlns:a16="http://schemas.microsoft.com/office/drawing/2014/main" id="{DA04D264-BA89-4AB7-8150-C7A972859642}"/>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4</a:t>
            </a:fld>
            <a:endParaRPr lang="zh-CN" altLang="en-US" sz="2435">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afterEffect">
                                  <p:stCondLst>
                                    <p:cond delay="250"/>
                                  </p:stCondLst>
                                  <p:childTnLst>
                                    <p:set>
                                      <p:cBhvr>
                                        <p:cTn id="6" dur="1" fill="hold">
                                          <p:stCondLst>
                                            <p:cond delay="0"/>
                                          </p:stCondLst>
                                        </p:cTn>
                                        <p:tgtEl>
                                          <p:spTgt spid="75"/>
                                        </p:tgtEl>
                                        <p:attrNameLst>
                                          <p:attrName>style.visibility</p:attrName>
                                        </p:attrNameLst>
                                      </p:cBhvr>
                                      <p:to>
                                        <p:strVal val="visible"/>
                                      </p:to>
                                    </p:set>
                                    <p:animEffect transition="in" filter="wipe(left)">
                                      <p:cBhvr>
                                        <p:cTn id="7" dur="4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3"/>
                                        </p:tgtEl>
                                        <p:attrNameLst>
                                          <p:attrName>style.visibility</p:attrName>
                                        </p:attrNameLst>
                                      </p:cBhvr>
                                      <p:to>
                                        <p:strVal val="visible"/>
                                      </p:to>
                                    </p:set>
                                    <p:anim calcmode="lin" valueType="num">
                                      <p:cBhvr additive="base">
                                        <p:cTn id="12" dur="500" fill="hold"/>
                                        <p:tgtEl>
                                          <p:spTgt spid="83"/>
                                        </p:tgtEl>
                                        <p:attrNameLst>
                                          <p:attrName>ppt_x</p:attrName>
                                        </p:attrNameLst>
                                      </p:cBhvr>
                                      <p:tavLst>
                                        <p:tav tm="0">
                                          <p:val>
                                            <p:strVal val="#ppt_x"/>
                                          </p:val>
                                        </p:tav>
                                        <p:tav tm="100000">
                                          <p:val>
                                            <p:strVal val="#ppt_x"/>
                                          </p:val>
                                        </p:tav>
                                      </p:tavLst>
                                    </p:anim>
                                    <p:anim calcmode="lin" valueType="num">
                                      <p:cBhvr additive="base">
                                        <p:cTn id="13" dur="500" fill="hold"/>
                                        <p:tgtEl>
                                          <p:spTgt spid="83"/>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79"/>
                                        </p:tgtEl>
                                        <p:attrNameLst>
                                          <p:attrName>style.visibility</p:attrName>
                                        </p:attrNameLst>
                                      </p:cBhvr>
                                      <p:to>
                                        <p:strVal val="visible"/>
                                      </p:to>
                                    </p:set>
                                    <p:anim calcmode="lin" valueType="num">
                                      <p:cBhvr additive="base">
                                        <p:cTn id="16" dur="500" fill="hold"/>
                                        <p:tgtEl>
                                          <p:spTgt spid="79"/>
                                        </p:tgtEl>
                                        <p:attrNameLst>
                                          <p:attrName>ppt_x</p:attrName>
                                        </p:attrNameLst>
                                      </p:cBhvr>
                                      <p:tavLst>
                                        <p:tav tm="0">
                                          <p:val>
                                            <p:strVal val="#ppt_x"/>
                                          </p:val>
                                        </p:tav>
                                        <p:tav tm="100000">
                                          <p:val>
                                            <p:strVal val="#ppt_x"/>
                                          </p:val>
                                        </p:tav>
                                      </p:tavLst>
                                    </p:anim>
                                    <p:anim calcmode="lin" valueType="num">
                                      <p:cBhvr additive="base">
                                        <p:cTn id="17" dur="500" fill="hold"/>
                                        <p:tgtEl>
                                          <p:spTgt spid="79"/>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76"/>
                                        </p:tgtEl>
                                        <p:attrNameLst>
                                          <p:attrName>style.visibility</p:attrName>
                                        </p:attrNameLst>
                                      </p:cBhvr>
                                      <p:to>
                                        <p:strVal val="visible"/>
                                      </p:to>
                                    </p:set>
                                    <p:anim calcmode="lin" valueType="num">
                                      <p:cBhvr additive="base">
                                        <p:cTn id="20" dur="500" fill="hold"/>
                                        <p:tgtEl>
                                          <p:spTgt spid="76"/>
                                        </p:tgtEl>
                                        <p:attrNameLst>
                                          <p:attrName>ppt_x</p:attrName>
                                        </p:attrNameLst>
                                      </p:cBhvr>
                                      <p:tavLst>
                                        <p:tav tm="0">
                                          <p:val>
                                            <p:strVal val="#ppt_x"/>
                                          </p:val>
                                        </p:tav>
                                        <p:tav tm="100000">
                                          <p:val>
                                            <p:strVal val="#ppt_x"/>
                                          </p:val>
                                        </p:tav>
                                      </p:tavLst>
                                    </p:anim>
                                    <p:anim calcmode="lin" valueType="num">
                                      <p:cBhvr additive="base">
                                        <p:cTn id="21" dur="500" fill="hold"/>
                                        <p:tgtEl>
                                          <p:spTgt spid="76"/>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77"/>
                                        </p:tgtEl>
                                        <p:attrNameLst>
                                          <p:attrName>style.visibility</p:attrName>
                                        </p:attrNameLst>
                                      </p:cBhvr>
                                      <p:to>
                                        <p:strVal val="visible"/>
                                      </p:to>
                                    </p:set>
                                    <p:anim calcmode="lin" valueType="num">
                                      <p:cBhvr additive="base">
                                        <p:cTn id="24" dur="500" fill="hold"/>
                                        <p:tgtEl>
                                          <p:spTgt spid="77"/>
                                        </p:tgtEl>
                                        <p:attrNameLst>
                                          <p:attrName>ppt_x</p:attrName>
                                        </p:attrNameLst>
                                      </p:cBhvr>
                                      <p:tavLst>
                                        <p:tav tm="0">
                                          <p:val>
                                            <p:strVal val="#ppt_x"/>
                                          </p:val>
                                        </p:tav>
                                        <p:tav tm="100000">
                                          <p:val>
                                            <p:strVal val="#ppt_x"/>
                                          </p:val>
                                        </p:tav>
                                      </p:tavLst>
                                    </p:anim>
                                    <p:anim calcmode="lin" valueType="num">
                                      <p:cBhvr additive="base">
                                        <p:cTn id="25" dur="500" fill="hold"/>
                                        <p:tgtEl>
                                          <p:spTgt spid="77"/>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00" fill="hold"/>
                                        <p:tgtEl>
                                          <p:spTgt spid="8"/>
                                        </p:tgtEl>
                                        <p:attrNameLst>
                                          <p:attrName>ppt_x</p:attrName>
                                        </p:attrNameLst>
                                      </p:cBhvr>
                                      <p:tavLst>
                                        <p:tav tm="0">
                                          <p:val>
                                            <p:strVal val="#ppt_x"/>
                                          </p:val>
                                        </p:tav>
                                        <p:tav tm="100000">
                                          <p:val>
                                            <p:strVal val="#ppt_x"/>
                                          </p:val>
                                        </p:tav>
                                      </p:tavLst>
                                    </p:anim>
                                    <p:anim calcmode="lin" valueType="num">
                                      <p:cBhvr additive="base">
                                        <p:cTn id="29" dur="500" fill="hold"/>
                                        <p:tgtEl>
                                          <p:spTgt spid="8"/>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fill="hold"/>
                                        <p:tgtEl>
                                          <p:spTgt spid="12"/>
                                        </p:tgtEl>
                                        <p:attrNameLst>
                                          <p:attrName>ppt_x</p:attrName>
                                        </p:attrNameLst>
                                      </p:cBhvr>
                                      <p:tavLst>
                                        <p:tav tm="0">
                                          <p:val>
                                            <p:strVal val="#ppt_x"/>
                                          </p:val>
                                        </p:tav>
                                        <p:tav tm="100000">
                                          <p:val>
                                            <p:strVal val="#ppt_x"/>
                                          </p:val>
                                        </p:tav>
                                      </p:tavLst>
                                    </p:anim>
                                    <p:anim calcmode="lin" valueType="num">
                                      <p:cBhvr additive="base">
                                        <p:cTn id="33" dur="500" fill="hold"/>
                                        <p:tgtEl>
                                          <p:spTgt spid="12"/>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anim calcmode="lin" valueType="num">
                                      <p:cBhvr additive="base">
                                        <p:cTn id="36" dur="500" fill="hold"/>
                                        <p:tgtEl>
                                          <p:spTgt spid="33"/>
                                        </p:tgtEl>
                                        <p:attrNameLst>
                                          <p:attrName>ppt_x</p:attrName>
                                        </p:attrNameLst>
                                      </p:cBhvr>
                                      <p:tavLst>
                                        <p:tav tm="0">
                                          <p:val>
                                            <p:strVal val="#ppt_x"/>
                                          </p:val>
                                        </p:tav>
                                        <p:tav tm="100000">
                                          <p:val>
                                            <p:strVal val="#ppt_x"/>
                                          </p:val>
                                        </p:tav>
                                      </p:tavLst>
                                    </p:anim>
                                    <p:anim calcmode="lin" valueType="num">
                                      <p:cBhvr additive="base">
                                        <p:cTn id="37" dur="500" fill="hold"/>
                                        <p:tgtEl>
                                          <p:spTgt spid="33"/>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ppt_x"/>
                                          </p:val>
                                        </p:tav>
                                        <p:tav tm="100000">
                                          <p:val>
                                            <p:strVal val="#ppt_x"/>
                                          </p:val>
                                        </p:tav>
                                      </p:tavLst>
                                    </p:anim>
                                    <p:anim calcmode="lin" valueType="num">
                                      <p:cBhvr additive="base">
                                        <p:cTn id="41" dur="500" fill="hold"/>
                                        <p:tgtEl>
                                          <p:spTgt spid="15"/>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ppt_x"/>
                                          </p:val>
                                        </p:tav>
                                        <p:tav tm="100000">
                                          <p:val>
                                            <p:strVal val="#ppt_x"/>
                                          </p:val>
                                        </p:tav>
                                      </p:tavLst>
                                    </p:anim>
                                    <p:anim calcmode="lin" valueType="num">
                                      <p:cBhvr additive="base">
                                        <p:cTn id="45" dur="500" fill="hold"/>
                                        <p:tgtEl>
                                          <p:spTgt spid="16"/>
                                        </p:tgtEl>
                                        <p:attrNameLst>
                                          <p:attrName>ppt_y</p:attrName>
                                        </p:attrNameLst>
                                      </p:cBhvr>
                                      <p:tavLst>
                                        <p:tav tm="0">
                                          <p:val>
                                            <p:strVal val="1+#ppt_h/2"/>
                                          </p:val>
                                        </p:tav>
                                        <p:tav tm="100000">
                                          <p:val>
                                            <p:strVal val="#ppt_y"/>
                                          </p:val>
                                        </p:tav>
                                      </p:tavLst>
                                    </p:anim>
                                  </p:childTnLst>
                                </p:cTn>
                              </p:par>
                              <p:par>
                                <p:cTn id="46" presetID="16" presetClass="entr" presetSubtype="37" fill="hold" grpId="0" nodeType="with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barn(outVertical)">
                                      <p:cBhvr>
                                        <p:cTn id="4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76" grpId="0" animBg="1"/>
      <p:bldP spid="77" grpId="0" animBg="1"/>
      <p:bldP spid="79" grpId="0" animBg="1"/>
      <p:bldP spid="33" grpId="0"/>
      <p:bldP spid="15" grpId="0"/>
      <p:bldP spid="16"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 name="Rectangle 45"/>
          <p:cNvSpPr/>
          <p:nvPr/>
        </p:nvSpPr>
        <p:spPr bwMode="auto">
          <a:xfrm>
            <a:off x="-1717703" y="343449"/>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vi-VN" sz="2800" b="1" dirty="0">
                <a:solidFill>
                  <a:schemeClr val="bg1"/>
                </a:solidFill>
                <a:effectLst>
                  <a:outerShdw blurRad="38100" dist="38100" dir="2700000" algn="tl">
                    <a:srgbClr val="000000">
                      <a:alpha val="43137"/>
                    </a:srgbClr>
                  </a:outerShdw>
                </a:effectLst>
                <a:latin typeface="Noto Sans"/>
                <a:ea typeface="Noto Sans"/>
                <a:cs typeface="Bebas Neue" charset="0"/>
                <a:sym typeface="Bebas Neue" charset="0"/>
              </a:rPr>
              <a:t>MỤC TIÊU NGHIÊN CỨU</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微软雅黑" panose="020B0503020204020204" charset="-122"/>
              <a:ea typeface="微软雅黑"/>
              <a:cs typeface="Bebas Neue" charset="0"/>
              <a:sym typeface="Bebas Neue" charset="0"/>
            </a:endParaRPr>
          </a:p>
        </p:txBody>
      </p:sp>
      <p:sp>
        <p:nvSpPr>
          <p:cNvPr id="64" name="矩形 63"/>
          <p:cNvSpPr/>
          <p:nvPr/>
        </p:nvSpPr>
        <p:spPr>
          <a:xfrm>
            <a:off x="0" y="13335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圆角右箭头 41"/>
          <p:cNvSpPr/>
          <p:nvPr/>
        </p:nvSpPr>
        <p:spPr>
          <a:xfrm>
            <a:off x="6293661" y="2825673"/>
            <a:ext cx="1366677" cy="3596874"/>
          </a:xfrm>
          <a:prstGeom prst="bentArrow">
            <a:avLst>
              <a:gd name="adj1" fmla="val 25000"/>
              <a:gd name="adj2" fmla="val 25000"/>
              <a:gd name="adj3" fmla="val 25000"/>
              <a:gd name="adj4" fmla="val 75000"/>
            </a:avLst>
          </a:prstGeom>
          <a:solidFill>
            <a:srgbClr val="4F80BD"/>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a:endParaRPr>
          </a:p>
        </p:txBody>
      </p:sp>
      <p:sp>
        <p:nvSpPr>
          <p:cNvPr id="60" name="圆角右箭头 52"/>
          <p:cNvSpPr/>
          <p:nvPr/>
        </p:nvSpPr>
        <p:spPr>
          <a:xfrm flipH="1">
            <a:off x="4351498" y="2825673"/>
            <a:ext cx="1366677" cy="3596874"/>
          </a:xfrm>
          <a:prstGeom prst="bentArrow">
            <a:avLst>
              <a:gd name="adj1" fmla="val 25000"/>
              <a:gd name="adj2" fmla="val 25000"/>
              <a:gd name="adj3" fmla="val 25000"/>
              <a:gd name="adj4" fmla="val 75000"/>
            </a:avLst>
          </a:prstGeom>
          <a:solidFill>
            <a:srgbClr val="4F80BD"/>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a:endParaRPr>
          </a:p>
        </p:txBody>
      </p:sp>
      <p:sp>
        <p:nvSpPr>
          <p:cNvPr id="61" name="圆角右箭头 61"/>
          <p:cNvSpPr/>
          <p:nvPr/>
        </p:nvSpPr>
        <p:spPr>
          <a:xfrm>
            <a:off x="6708424" y="3899978"/>
            <a:ext cx="1359877" cy="2522570"/>
          </a:xfrm>
          <a:prstGeom prst="bentArrow">
            <a:avLst>
              <a:gd name="adj1" fmla="val 25000"/>
              <a:gd name="adj2" fmla="val 25000"/>
              <a:gd name="adj3" fmla="val 25000"/>
              <a:gd name="adj4" fmla="val 75000"/>
            </a:avLst>
          </a:prstGeom>
          <a:solidFill>
            <a:srgbClr val="0070C0"/>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a:endParaRPr>
          </a:p>
        </p:txBody>
      </p:sp>
      <p:sp>
        <p:nvSpPr>
          <p:cNvPr id="62" name="圆角右箭头 83"/>
          <p:cNvSpPr/>
          <p:nvPr/>
        </p:nvSpPr>
        <p:spPr>
          <a:xfrm flipH="1">
            <a:off x="3940136" y="3899978"/>
            <a:ext cx="1359877" cy="2522570"/>
          </a:xfrm>
          <a:prstGeom prst="bentArrow">
            <a:avLst>
              <a:gd name="adj1" fmla="val 25000"/>
              <a:gd name="adj2" fmla="val 25000"/>
              <a:gd name="adj3" fmla="val 25000"/>
              <a:gd name="adj4" fmla="val 75000"/>
            </a:avLst>
          </a:prstGeom>
          <a:solidFill>
            <a:srgbClr val="0070C0"/>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a:endParaRPr>
          </a:p>
        </p:txBody>
      </p:sp>
      <p:sp>
        <p:nvSpPr>
          <p:cNvPr id="2" name="上箭头 45"/>
          <p:cNvSpPr/>
          <p:nvPr/>
        </p:nvSpPr>
        <p:spPr>
          <a:xfrm>
            <a:off x="5674919" y="2320768"/>
            <a:ext cx="693538" cy="4101779"/>
          </a:xfrm>
          <a:prstGeom prst="upArrow">
            <a:avLst/>
          </a:prstGeom>
          <a:solidFill>
            <a:srgbClr val="0070C0"/>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a:endParaRPr>
          </a:p>
        </p:txBody>
      </p:sp>
      <p:sp>
        <p:nvSpPr>
          <p:cNvPr id="3" name="TextBox 9"/>
          <p:cNvSpPr txBox="1"/>
          <p:nvPr/>
        </p:nvSpPr>
        <p:spPr>
          <a:xfrm>
            <a:off x="1219849" y="3622231"/>
            <a:ext cx="1483442" cy="353256"/>
          </a:xfrm>
          <a:prstGeom prst="rect">
            <a:avLst/>
          </a:prstGeom>
          <a:noFill/>
        </p:spPr>
        <p:txBody>
          <a:bodyPr wrap="none" rtlCol="0">
            <a:noAutofit/>
          </a:bodyPr>
          <a:lstStyle>
            <a:defPPr>
              <a:defRPr lang="zh-CN"/>
            </a:defPPr>
            <a:lvl1pPr algn="r">
              <a:defRPr sz="1200">
                <a:solidFill>
                  <a:srgbClr val="232B36"/>
                </a:solidFill>
                <a:latin typeface="Arial Rounded MT Bold" panose="020F0704030504030204" pitchFamily="34" charset="0"/>
              </a:defRPr>
            </a:lvl1pPr>
          </a:lstStyle>
          <a:p>
            <a:pPr algn="ctr"/>
            <a:r>
              <a:rPr lang="vi-VN" sz="2400" b="1" dirty="0">
                <a:latin typeface="Nsoto Sans"/>
              </a:rPr>
              <a:t>MỤC TIÊU TỔNG QUÁT</a:t>
            </a:r>
            <a:endParaRPr lang="vi-VN" altLang="vi-VN" sz="2400" b="1" dirty="0">
              <a:solidFill>
                <a:schemeClr val="bg1"/>
              </a:solidFill>
              <a:latin typeface="Nsoto Sans"/>
              <a:ea typeface="Noto Sans"/>
            </a:endParaRPr>
          </a:p>
        </p:txBody>
      </p:sp>
      <p:sp>
        <p:nvSpPr>
          <p:cNvPr id="65" name="TextBox 10"/>
          <p:cNvSpPr txBox="1"/>
          <p:nvPr/>
        </p:nvSpPr>
        <p:spPr>
          <a:xfrm>
            <a:off x="364959" y="4114965"/>
            <a:ext cx="3395099" cy="1515814"/>
          </a:xfrm>
          <a:prstGeom prst="rect">
            <a:avLst/>
          </a:prstGeom>
          <a:noFill/>
        </p:spPr>
        <p:txBody>
          <a:bodyPr wrap="square" rtlCol="0">
            <a:noAutofit/>
          </a:bodyPr>
          <a:lstStyle/>
          <a:p>
            <a:pPr marL="285750" indent="-285750" algn="just">
              <a:buFont typeface="Arial" panose="020B0604020202020204" pitchFamily="34" charset="0"/>
              <a:buChar char="•"/>
            </a:pPr>
            <a:r>
              <a:rPr lang="vi-VN" altLang="vi-VN" sz="1600" dirty="0">
                <a:solidFill>
                  <a:schemeClr val="bg1"/>
                </a:solidFill>
                <a:latin typeface="Times New Roman" panose="02020603050405020304" pitchFamily="18" charset="0"/>
                <a:ea typeface="Noto Sans"/>
                <a:cs typeface="Times New Roman" panose="02020603050405020304" pitchFamily="18" charset="0"/>
                <a:sym typeface="+mn-lt"/>
              </a:rPr>
              <a:t>Xây dựng hệ thống quản lý cửa hàng nội thất hiện đại, hoạt động ổn định và dễ sử dụng. </a:t>
            </a:r>
            <a:endParaRPr lang="en-US" altLang="vi-VN" sz="1600" dirty="0">
              <a:solidFill>
                <a:schemeClr val="bg1"/>
              </a:solidFill>
              <a:latin typeface="Times New Roman" panose="02020603050405020304" pitchFamily="18" charset="0"/>
              <a:ea typeface="Noto Sans"/>
              <a:cs typeface="Times New Roman" panose="02020603050405020304" pitchFamily="18" charset="0"/>
              <a:sym typeface="+mn-lt"/>
            </a:endParaRPr>
          </a:p>
          <a:p>
            <a:pPr marL="285750" indent="-285750" algn="just">
              <a:buFont typeface="Arial" panose="020B0604020202020204" pitchFamily="34" charset="0"/>
              <a:buChar char="•"/>
            </a:pPr>
            <a:r>
              <a:rPr lang="vi-VN" altLang="vi-VN" sz="1600" dirty="0">
                <a:solidFill>
                  <a:schemeClr val="bg1"/>
                </a:solidFill>
                <a:latin typeface="Times New Roman" panose="02020603050405020304" pitchFamily="18" charset="0"/>
                <a:ea typeface="Noto Sans"/>
                <a:cs typeface="Times New Roman" panose="02020603050405020304" pitchFamily="18" charset="0"/>
                <a:sym typeface="+mn-lt"/>
              </a:rPr>
              <a:t>Tối ưu quy trình bán hàng, giảm sai sót trong quản lý sản phẩm và đơn hàng. </a:t>
            </a:r>
            <a:endParaRPr lang="en-US" altLang="vi-VN" sz="1600" dirty="0">
              <a:solidFill>
                <a:schemeClr val="bg1"/>
              </a:solidFill>
              <a:latin typeface="Times New Roman" panose="02020603050405020304" pitchFamily="18" charset="0"/>
              <a:ea typeface="Noto Sans"/>
              <a:cs typeface="Times New Roman" panose="02020603050405020304" pitchFamily="18" charset="0"/>
              <a:sym typeface="+mn-lt"/>
            </a:endParaRPr>
          </a:p>
        </p:txBody>
      </p:sp>
      <p:sp>
        <p:nvSpPr>
          <p:cNvPr id="66" name="TextBox 9"/>
          <p:cNvSpPr txBox="1"/>
          <p:nvPr/>
        </p:nvSpPr>
        <p:spPr>
          <a:xfrm>
            <a:off x="1316817" y="1366014"/>
            <a:ext cx="1483442" cy="353256"/>
          </a:xfrm>
          <a:prstGeom prst="rect">
            <a:avLst/>
          </a:prstGeom>
          <a:noFill/>
        </p:spPr>
        <p:txBody>
          <a:bodyPr wrap="none" rtlCol="0">
            <a:noAutofit/>
          </a:bodyPr>
          <a:lstStyle>
            <a:defPPr>
              <a:defRPr lang="zh-CN"/>
            </a:defPPr>
            <a:lvl1pPr algn="r">
              <a:defRPr sz="1200">
                <a:solidFill>
                  <a:srgbClr val="232B36"/>
                </a:solidFill>
                <a:latin typeface="Arial Rounded MT Bold" panose="020F0704030504030204" pitchFamily="34" charset="0"/>
              </a:defRPr>
            </a:lvl1pPr>
          </a:lstStyle>
          <a:p>
            <a:pPr algn="ctr"/>
            <a:r>
              <a:rPr lang="vi-VN" altLang="vi-VN" sz="2400" b="1" dirty="0">
                <a:solidFill>
                  <a:schemeClr val="bg1"/>
                </a:solidFill>
                <a:latin typeface="Nsoto Sans"/>
                <a:ea typeface="Noto Sans"/>
              </a:rPr>
              <a:t>QUẢN TRỊ VIÊN</a:t>
            </a:r>
          </a:p>
        </p:txBody>
      </p:sp>
      <p:sp>
        <p:nvSpPr>
          <p:cNvPr id="4" name="TextBox 10"/>
          <p:cNvSpPr txBox="1"/>
          <p:nvPr/>
        </p:nvSpPr>
        <p:spPr>
          <a:xfrm>
            <a:off x="380912" y="1907479"/>
            <a:ext cx="3395099" cy="1235621"/>
          </a:xfrm>
          <a:prstGeom prst="rect">
            <a:avLst/>
          </a:prstGeom>
          <a:noFill/>
        </p:spPr>
        <p:txBody>
          <a:bodyPr wrap="square" rtlCol="0">
            <a:noAutofit/>
          </a:bodyPr>
          <a:lstStyle/>
          <a:p>
            <a:pPr marL="285750" indent="-285750" algn="just">
              <a:buFont typeface="Arial" panose="020B0604020202020204" pitchFamily="34" charset="0"/>
              <a:buChar char="•"/>
            </a:pPr>
            <a:r>
              <a:rPr lang="vi-VN" altLang="vi-VN" sz="1600" dirty="0">
                <a:solidFill>
                  <a:schemeClr val="bg1"/>
                </a:solidFill>
                <a:latin typeface="Times New Roman" panose="02020603050405020304" pitchFamily="18" charset="0"/>
                <a:ea typeface="Noto Sans"/>
                <a:cs typeface="Times New Roman" panose="02020603050405020304" pitchFamily="18" charset="0"/>
                <a:sym typeface="+mn-lt"/>
              </a:rPr>
              <a:t>Quản lý danh mục,</a:t>
            </a:r>
            <a:r>
              <a:rPr lang="en-US" altLang="vi-VN" sz="1600" dirty="0">
                <a:solidFill>
                  <a:schemeClr val="bg1"/>
                </a:solidFill>
                <a:latin typeface="Times New Roman" panose="02020603050405020304" pitchFamily="18" charset="0"/>
                <a:ea typeface="Noto Sans"/>
                <a:cs typeface="Times New Roman" panose="02020603050405020304" pitchFamily="18" charset="0"/>
                <a:sym typeface="+mn-lt"/>
              </a:rPr>
              <a:t> </a:t>
            </a:r>
            <a:r>
              <a:rPr lang="en-US" altLang="vi-VN" sz="1600" dirty="0" err="1">
                <a:solidFill>
                  <a:schemeClr val="bg1"/>
                </a:solidFill>
                <a:latin typeface="Times New Roman" panose="02020603050405020304" pitchFamily="18" charset="0"/>
                <a:ea typeface="Noto Sans"/>
                <a:cs typeface="Times New Roman" panose="02020603050405020304" pitchFamily="18" charset="0"/>
                <a:sym typeface="+mn-lt"/>
              </a:rPr>
              <a:t>sản</a:t>
            </a:r>
            <a:r>
              <a:rPr lang="en-US" altLang="vi-VN" sz="1600" dirty="0">
                <a:solidFill>
                  <a:schemeClr val="bg1"/>
                </a:solidFill>
                <a:latin typeface="Times New Roman" panose="02020603050405020304" pitchFamily="18" charset="0"/>
                <a:ea typeface="Noto Sans"/>
                <a:cs typeface="Times New Roman" panose="02020603050405020304" pitchFamily="18" charset="0"/>
                <a:sym typeface="+mn-lt"/>
              </a:rPr>
              <a:t> </a:t>
            </a:r>
            <a:r>
              <a:rPr lang="en-US" altLang="vi-VN" sz="1600" dirty="0" err="1">
                <a:solidFill>
                  <a:schemeClr val="bg1"/>
                </a:solidFill>
                <a:latin typeface="Times New Roman" panose="02020603050405020304" pitchFamily="18" charset="0"/>
                <a:ea typeface="Noto Sans"/>
                <a:cs typeface="Times New Roman" panose="02020603050405020304" pitchFamily="18" charset="0"/>
                <a:sym typeface="+mn-lt"/>
              </a:rPr>
              <a:t>phẩm</a:t>
            </a:r>
            <a:r>
              <a:rPr lang="en-US" altLang="vi-VN" sz="1600" dirty="0">
                <a:solidFill>
                  <a:schemeClr val="bg1"/>
                </a:solidFill>
                <a:latin typeface="Times New Roman" panose="02020603050405020304" pitchFamily="18" charset="0"/>
                <a:ea typeface="Noto Sans"/>
                <a:cs typeface="Times New Roman" panose="02020603050405020304" pitchFamily="18" charset="0"/>
                <a:sym typeface="+mn-lt"/>
              </a:rPr>
              <a:t>, </a:t>
            </a:r>
            <a:r>
              <a:rPr lang="vi-VN" altLang="vi-VN" sz="1600" dirty="0">
                <a:solidFill>
                  <a:schemeClr val="bg1"/>
                </a:solidFill>
                <a:latin typeface="Times New Roman" panose="02020603050405020304" pitchFamily="18" charset="0"/>
                <a:ea typeface="Noto Sans"/>
                <a:cs typeface="Times New Roman" panose="02020603050405020304" pitchFamily="18" charset="0"/>
                <a:sym typeface="+mn-lt"/>
              </a:rPr>
              <a:t>đơn hàng.</a:t>
            </a:r>
          </a:p>
          <a:p>
            <a:pPr marL="285750" indent="-285750" algn="just">
              <a:buFont typeface="Arial" panose="020B0604020202020204" pitchFamily="34" charset="0"/>
              <a:buChar char="•"/>
            </a:pPr>
            <a:r>
              <a:rPr lang="en-US" altLang="zh-CN" sz="1600" dirty="0" err="1">
                <a:solidFill>
                  <a:schemeClr val="bg1"/>
                </a:solidFill>
                <a:latin typeface="Times New Roman" panose="02020603050405020304" pitchFamily="18" charset="0"/>
                <a:cs typeface="Times New Roman" panose="02020603050405020304" pitchFamily="18" charset="0"/>
                <a:sym typeface="Arial" panose="020B0604020202020204" pitchFamily="34" charset="0"/>
              </a:rPr>
              <a:t>Xem</a:t>
            </a:r>
            <a:r>
              <a:rPr lang="en-US" altLang="zh-CN" sz="1600" dirty="0">
                <a:solidFill>
                  <a:schemeClr val="bg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cs typeface="Times New Roman" panose="02020603050405020304" pitchFamily="18" charset="0"/>
                <a:sym typeface="Arial" panose="020B0604020202020204" pitchFamily="34" charset="0"/>
              </a:rPr>
              <a:t>báo</a:t>
            </a:r>
            <a:r>
              <a:rPr lang="en-US" altLang="zh-CN" sz="1600" dirty="0">
                <a:solidFill>
                  <a:schemeClr val="bg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cs typeface="Times New Roman" panose="02020603050405020304" pitchFamily="18" charset="0"/>
                <a:sym typeface="Arial" panose="020B0604020202020204" pitchFamily="34" charset="0"/>
              </a:rPr>
              <a:t>cáo</a:t>
            </a:r>
            <a:r>
              <a:rPr lang="en-US" altLang="zh-CN" sz="1600" dirty="0">
                <a:solidFill>
                  <a:schemeClr val="bg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cs typeface="Times New Roman" panose="02020603050405020304" pitchFamily="18" charset="0"/>
                <a:sym typeface="Arial" panose="020B0604020202020204" pitchFamily="34" charset="0"/>
              </a:rPr>
              <a:t>doanh</a:t>
            </a:r>
            <a:r>
              <a:rPr lang="en-US" altLang="zh-CN" sz="1600" dirty="0">
                <a:solidFill>
                  <a:schemeClr val="bg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cs typeface="Times New Roman" panose="02020603050405020304" pitchFamily="18" charset="0"/>
                <a:sym typeface="Arial" panose="020B0604020202020204" pitchFamily="34" charset="0"/>
              </a:rPr>
              <a:t>thu</a:t>
            </a:r>
            <a:r>
              <a:rPr lang="en-US" altLang="zh-CN" sz="1600" dirty="0">
                <a:solidFill>
                  <a:schemeClr val="bg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cs typeface="Times New Roman" panose="02020603050405020304" pitchFamily="18" charset="0"/>
                <a:sym typeface="Arial" panose="020B0604020202020204" pitchFamily="34" charset="0"/>
              </a:rPr>
              <a:t>thống</a:t>
            </a:r>
            <a:r>
              <a:rPr lang="en-US" altLang="zh-CN" sz="1600" dirty="0">
                <a:solidFill>
                  <a:schemeClr val="bg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cs typeface="Times New Roman" panose="02020603050405020304" pitchFamily="18" charset="0"/>
                <a:sym typeface="Arial" panose="020B0604020202020204" pitchFamily="34" charset="0"/>
              </a:rPr>
              <a:t>kê</a:t>
            </a:r>
            <a:r>
              <a:rPr lang="en-US" altLang="zh-CN" sz="1600" dirty="0">
                <a:solidFill>
                  <a:schemeClr val="bg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cs typeface="Times New Roman" panose="02020603050405020304" pitchFamily="18" charset="0"/>
                <a:sym typeface="Arial" panose="020B0604020202020204" pitchFamily="34" charset="0"/>
              </a:rPr>
              <a:t>sách</a:t>
            </a:r>
            <a:r>
              <a:rPr lang="en-US" altLang="zh-CN" sz="1600" dirty="0">
                <a:solidFill>
                  <a:schemeClr val="bg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cs typeface="Times New Roman" panose="02020603050405020304" pitchFamily="18" charset="0"/>
                <a:sym typeface="Arial" panose="020B0604020202020204" pitchFamily="34" charset="0"/>
              </a:rPr>
              <a:t>bán</a:t>
            </a:r>
            <a:r>
              <a:rPr lang="en-US" altLang="zh-CN" sz="1600" dirty="0">
                <a:solidFill>
                  <a:schemeClr val="bg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cs typeface="Times New Roman" panose="02020603050405020304" pitchFamily="18" charset="0"/>
                <a:sym typeface="Arial" panose="020B0604020202020204" pitchFamily="34" charset="0"/>
              </a:rPr>
              <a:t>chạy</a:t>
            </a:r>
            <a:r>
              <a:rPr lang="en-US" altLang="zh-CN" sz="1600" dirty="0">
                <a:solidFill>
                  <a:schemeClr val="bg1"/>
                </a:solidFill>
                <a:latin typeface="Times New Roman" panose="02020603050405020304" pitchFamily="18" charset="0"/>
                <a:cs typeface="Times New Roman" panose="02020603050405020304" pitchFamily="18" charset="0"/>
                <a:sym typeface="Arial" panose="020B0604020202020204" pitchFamily="34" charset="0"/>
              </a:rPr>
              <a:t>.</a:t>
            </a:r>
          </a:p>
          <a:p>
            <a:pPr marL="285750" indent="-285750" algn="just">
              <a:buFont typeface="Arial" panose="020B0604020202020204" pitchFamily="34" charset="0"/>
              <a:buChar char="•"/>
            </a:pPr>
            <a:r>
              <a:rPr lang="en-US" altLang="zh-CN" sz="1600" dirty="0" err="1">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Quản</a:t>
            </a:r>
            <a:r>
              <a:rPr lang="en-US"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lý</a:t>
            </a:r>
            <a:r>
              <a:rPr lang="en-US"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tài</a:t>
            </a:r>
            <a:r>
              <a:rPr lang="en-US"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khoản</a:t>
            </a:r>
            <a:r>
              <a:rPr lang="en-US"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nhân</a:t>
            </a:r>
            <a:r>
              <a:rPr lang="en-US"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viên</a:t>
            </a:r>
            <a:r>
              <a:rPr lang="en-US"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thông</a:t>
            </a:r>
            <a:r>
              <a:rPr lang="en-US"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 qua </a:t>
            </a:r>
            <a:r>
              <a:rPr lang="en-US" altLang="zh-CN" sz="1600" dirty="0" err="1">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hệ</a:t>
            </a:r>
            <a:r>
              <a:rPr lang="en-US"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thống</a:t>
            </a:r>
            <a:r>
              <a:rPr lang="en-US"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 ASP.NET Identity.</a:t>
            </a:r>
          </a:p>
        </p:txBody>
      </p:sp>
      <p:sp>
        <p:nvSpPr>
          <p:cNvPr id="5" name="TextBox 9"/>
          <p:cNvSpPr txBox="1"/>
          <p:nvPr/>
        </p:nvSpPr>
        <p:spPr>
          <a:xfrm>
            <a:off x="5551940" y="618749"/>
            <a:ext cx="1483442" cy="353256"/>
          </a:xfrm>
          <a:prstGeom prst="rect">
            <a:avLst/>
          </a:prstGeom>
          <a:noFill/>
        </p:spPr>
        <p:txBody>
          <a:bodyPr wrap="none" rtlCol="0">
            <a:noAutofit/>
          </a:bodyPr>
          <a:lstStyle>
            <a:defPPr>
              <a:defRPr lang="zh-CN"/>
            </a:defPPr>
            <a:lvl1pPr algn="r">
              <a:defRPr sz="1200">
                <a:solidFill>
                  <a:srgbClr val="232B36"/>
                </a:solidFill>
                <a:latin typeface="Arial Rounded MT Bold" panose="020F0704030504030204" pitchFamily="34" charset="0"/>
              </a:defRPr>
            </a:lvl1pPr>
          </a:lstStyle>
          <a:p>
            <a:pPr algn="ctr"/>
            <a:r>
              <a:rPr lang="vi-VN" sz="2400" b="1" dirty="0">
                <a:latin typeface="Nsoto Sans"/>
              </a:rPr>
              <a:t>KHÁCH HÀNG</a:t>
            </a:r>
            <a:endParaRPr lang="vi-VN" altLang="vi-VN" sz="2400" b="1" dirty="0">
              <a:solidFill>
                <a:schemeClr val="bg1"/>
              </a:solidFill>
              <a:latin typeface="Nsoto Sans"/>
              <a:ea typeface="Noto Sans"/>
            </a:endParaRPr>
          </a:p>
        </p:txBody>
      </p:sp>
      <p:sp>
        <p:nvSpPr>
          <p:cNvPr id="6" name="TextBox 10"/>
          <p:cNvSpPr txBox="1"/>
          <p:nvPr/>
        </p:nvSpPr>
        <p:spPr>
          <a:xfrm>
            <a:off x="4711382" y="1033409"/>
            <a:ext cx="2948955" cy="1464613"/>
          </a:xfrm>
          <a:prstGeom prst="rect">
            <a:avLst/>
          </a:prstGeom>
          <a:noFill/>
        </p:spPr>
        <p:txBody>
          <a:bodyPr wrap="square" rtlCol="0">
            <a:normAutofit/>
          </a:bodyPr>
          <a:lstStyle/>
          <a:p>
            <a:pPr marL="285750" indent="-285750" algn="just">
              <a:buFont typeface="Arial" panose="020B0604020202020204" pitchFamily="34" charset="0"/>
              <a:buChar char="•"/>
            </a:pPr>
            <a:r>
              <a:rPr lang="vi-VN" altLang="vi-VN" sz="1600" dirty="0">
                <a:solidFill>
                  <a:schemeClr val="bg1"/>
                </a:solidFill>
                <a:latin typeface="Times New Roman" panose="02020603050405020304" pitchFamily="18" charset="0"/>
                <a:ea typeface="Noto Sans"/>
                <a:cs typeface="Times New Roman" panose="02020603050405020304" pitchFamily="18" charset="0"/>
                <a:sym typeface="+mn-lt"/>
              </a:rPr>
              <a:t>Tìm kiếm, thêm vào giỏ hàng, đặt hàng.</a:t>
            </a:r>
          </a:p>
          <a:p>
            <a:pPr marL="285750" indent="-285750" algn="just">
              <a:buFont typeface="Arial" panose="020B0604020202020204" pitchFamily="34" charset="0"/>
              <a:buChar char="•"/>
            </a:pPr>
            <a:r>
              <a:rPr lang="vi-VN" altLang="zh-CN" sz="1600" dirty="0">
                <a:solidFill>
                  <a:schemeClr val="bg1"/>
                </a:solidFill>
                <a:latin typeface="Times New Roman" panose="02020603050405020304" pitchFamily="18" charset="0"/>
                <a:cs typeface="Times New Roman" panose="02020603050405020304" pitchFamily="18" charset="0"/>
                <a:sym typeface="Arial" panose="020B0604020202020204" pitchFamily="34" charset="0"/>
              </a:rPr>
              <a:t>Theo dõi đơn hàng, đánh giá </a:t>
            </a:r>
            <a:r>
              <a:rPr lang="en-US" altLang="zh-CN" sz="1600" dirty="0" err="1">
                <a:solidFill>
                  <a:schemeClr val="bg1"/>
                </a:solidFill>
                <a:latin typeface="Times New Roman" panose="02020603050405020304" pitchFamily="18" charset="0"/>
                <a:cs typeface="Times New Roman" panose="02020603050405020304" pitchFamily="18" charset="0"/>
                <a:sym typeface="Arial" panose="020B0604020202020204" pitchFamily="34" charset="0"/>
              </a:rPr>
              <a:t>sản</a:t>
            </a:r>
            <a:r>
              <a:rPr lang="en-US" altLang="zh-CN" sz="1600" dirty="0">
                <a:solidFill>
                  <a:schemeClr val="bg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dirty="0" err="1">
                <a:solidFill>
                  <a:schemeClr val="bg1"/>
                </a:solidFill>
                <a:latin typeface="Times New Roman" panose="02020603050405020304" pitchFamily="18" charset="0"/>
                <a:cs typeface="Times New Roman" panose="02020603050405020304" pitchFamily="18" charset="0"/>
                <a:sym typeface="Arial" panose="020B0604020202020204" pitchFamily="34" charset="0"/>
              </a:rPr>
              <a:t>phẩm</a:t>
            </a:r>
            <a:r>
              <a:rPr lang="en-US" altLang="zh-CN" sz="1600" dirty="0">
                <a:solidFill>
                  <a:schemeClr val="bg1"/>
                </a:solidFill>
                <a:latin typeface="Times New Roman" panose="02020603050405020304" pitchFamily="18" charset="0"/>
                <a:cs typeface="Times New Roman" panose="02020603050405020304" pitchFamily="18" charset="0"/>
                <a:sym typeface="Arial" panose="020B0604020202020204" pitchFamily="34" charset="0"/>
              </a:rPr>
              <a:t>.</a:t>
            </a:r>
            <a:endParaRPr lang="en-US"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endParaRPr>
          </a:p>
        </p:txBody>
      </p:sp>
      <p:sp>
        <p:nvSpPr>
          <p:cNvPr id="7" name="TextBox 9"/>
          <p:cNvSpPr txBox="1"/>
          <p:nvPr/>
        </p:nvSpPr>
        <p:spPr>
          <a:xfrm>
            <a:off x="9236930" y="1455427"/>
            <a:ext cx="1483442" cy="353256"/>
          </a:xfrm>
          <a:prstGeom prst="rect">
            <a:avLst/>
          </a:prstGeom>
          <a:noFill/>
        </p:spPr>
        <p:txBody>
          <a:bodyPr wrap="none" rtlCol="0">
            <a:noAutofit/>
          </a:bodyPr>
          <a:lstStyle>
            <a:defPPr>
              <a:defRPr lang="zh-CN"/>
            </a:defPPr>
            <a:lvl1pPr algn="r">
              <a:defRPr sz="1200">
                <a:solidFill>
                  <a:srgbClr val="232B36"/>
                </a:solidFill>
                <a:latin typeface="Arial Rounded MT Bold" panose="020F0704030504030204" pitchFamily="34" charset="0"/>
              </a:defRPr>
            </a:lvl1pPr>
          </a:lstStyle>
          <a:p>
            <a:pPr algn="ctr"/>
            <a:r>
              <a:rPr lang="vi-VN" sz="2400" b="1" dirty="0">
                <a:latin typeface="Nsoto Sans"/>
              </a:rPr>
              <a:t>TỐI ƯU HÓA HỆ THỐNG</a:t>
            </a:r>
          </a:p>
        </p:txBody>
      </p:sp>
      <p:sp>
        <p:nvSpPr>
          <p:cNvPr id="8" name="TextBox 10"/>
          <p:cNvSpPr txBox="1"/>
          <p:nvPr/>
        </p:nvSpPr>
        <p:spPr>
          <a:xfrm>
            <a:off x="8390586" y="1896736"/>
            <a:ext cx="3178979" cy="1617339"/>
          </a:xfrm>
          <a:prstGeom prst="rect">
            <a:avLst/>
          </a:prstGeom>
          <a:noFill/>
        </p:spPr>
        <p:txBody>
          <a:bodyPr wrap="square" rtlCol="0">
            <a:normAutofit/>
          </a:bodyPr>
          <a:lstStyle/>
          <a:p>
            <a:pPr marL="285750" indent="-285750" algn="just">
              <a:buFont typeface="Arial" panose="020B0604020202020204" pitchFamily="34" charset="0"/>
              <a:buChar char="•"/>
            </a:pPr>
            <a:r>
              <a:rPr lang="vi-VN"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Sử dụng SQL Server để đồng bộ dữ liệu nhanh và ổn định. </a:t>
            </a:r>
            <a:endParaRPr lang="en-US"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endParaRPr>
          </a:p>
          <a:p>
            <a:pPr marL="285750" indent="-285750" algn="just">
              <a:buFont typeface="Arial" panose="020B0604020202020204" pitchFamily="34" charset="0"/>
              <a:buChar char="•"/>
            </a:pPr>
            <a:r>
              <a:rPr lang="vi-VN"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rPr>
              <a:t>Tích hợp các thư viện quản lý hình ảnh,  (CKEditor, CKFinder) giúp cập nhật sản phẩm dễ dàng.</a:t>
            </a:r>
            <a:endParaRPr lang="en-US"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endParaRPr>
          </a:p>
        </p:txBody>
      </p:sp>
      <p:sp>
        <p:nvSpPr>
          <p:cNvPr id="9" name="TextBox 9"/>
          <p:cNvSpPr txBox="1"/>
          <p:nvPr/>
        </p:nvSpPr>
        <p:spPr>
          <a:xfrm>
            <a:off x="9569432" y="3602127"/>
            <a:ext cx="1483442" cy="353256"/>
          </a:xfrm>
          <a:prstGeom prst="rect">
            <a:avLst/>
          </a:prstGeom>
          <a:noFill/>
        </p:spPr>
        <p:txBody>
          <a:bodyPr wrap="none" rtlCol="0">
            <a:noAutofit/>
          </a:bodyPr>
          <a:lstStyle>
            <a:defPPr>
              <a:defRPr lang="zh-CN"/>
            </a:defPPr>
            <a:lvl1pPr algn="r">
              <a:defRPr sz="1200">
                <a:solidFill>
                  <a:srgbClr val="232B36"/>
                </a:solidFill>
                <a:latin typeface="Arial Rounded MT Bold" panose="020F0704030504030204" pitchFamily="34" charset="0"/>
              </a:defRPr>
            </a:lvl1pPr>
          </a:lstStyle>
          <a:p>
            <a:pPr algn="ctr"/>
            <a:r>
              <a:rPr lang="vi-VN" sz="2400" b="1" dirty="0">
                <a:latin typeface="Nsoto Sans"/>
              </a:rPr>
              <a:t>KHẢ NĂNG MỞ RỘNG</a:t>
            </a:r>
          </a:p>
        </p:txBody>
      </p:sp>
      <p:sp>
        <p:nvSpPr>
          <p:cNvPr id="10" name="TextBox 10"/>
          <p:cNvSpPr txBox="1"/>
          <p:nvPr/>
        </p:nvSpPr>
        <p:spPr>
          <a:xfrm>
            <a:off x="8483064" y="4043435"/>
            <a:ext cx="3207366" cy="1933852"/>
          </a:xfrm>
          <a:prstGeom prst="rect">
            <a:avLst/>
          </a:prstGeom>
          <a:noFill/>
        </p:spPr>
        <p:txBody>
          <a:bodyPr wrap="square" rtlCol="0">
            <a:normAutofit/>
          </a:bodyPr>
          <a:lstStyle/>
          <a:p>
            <a:pPr marL="285750" indent="-285750" algn="just">
              <a:buFont typeface="Arial" panose="020B0604020202020204" pitchFamily="34" charset="0"/>
              <a:buChar char="•"/>
            </a:pPr>
            <a:r>
              <a:rPr lang="vi-VN" altLang="vi-VN" sz="1600" dirty="0">
                <a:solidFill>
                  <a:schemeClr val="bg1"/>
                </a:solidFill>
                <a:latin typeface="Times New Roman" panose="02020603050405020304" pitchFamily="18" charset="0"/>
                <a:ea typeface="Noto Sans"/>
                <a:cs typeface="Times New Roman" panose="02020603050405020304" pitchFamily="18" charset="0"/>
                <a:sym typeface="+mn-lt"/>
              </a:rPr>
              <a:t>Phát triển AI gợi ý sản phẩm nội thất theo phong cách người dùng. </a:t>
            </a:r>
            <a:endParaRPr lang="en-US" altLang="vi-VN" sz="1600" dirty="0">
              <a:solidFill>
                <a:schemeClr val="bg1"/>
              </a:solidFill>
              <a:latin typeface="Times New Roman" panose="02020603050405020304" pitchFamily="18" charset="0"/>
              <a:ea typeface="Noto Sans"/>
              <a:cs typeface="Times New Roman" panose="02020603050405020304" pitchFamily="18" charset="0"/>
              <a:sym typeface="+mn-lt"/>
            </a:endParaRPr>
          </a:p>
          <a:p>
            <a:pPr marL="285750" indent="-285750" algn="just">
              <a:buFont typeface="Arial" panose="020B0604020202020204" pitchFamily="34" charset="0"/>
              <a:buChar char="•"/>
            </a:pPr>
            <a:r>
              <a:rPr lang="vi-VN" altLang="vi-VN" sz="1600" dirty="0">
                <a:solidFill>
                  <a:schemeClr val="bg1"/>
                </a:solidFill>
                <a:latin typeface="Times New Roman" panose="02020603050405020304" pitchFamily="18" charset="0"/>
                <a:ea typeface="Noto Sans"/>
                <a:cs typeface="Times New Roman" panose="02020603050405020304" pitchFamily="18" charset="0"/>
                <a:sym typeface="+mn-lt"/>
              </a:rPr>
              <a:t>Hỗ trợ đa nền tảng: Web – Mobile – Ứng dụng.</a:t>
            </a:r>
            <a:endParaRPr lang="en-US" altLang="vi-VN" sz="1600" dirty="0">
              <a:solidFill>
                <a:schemeClr val="bg1"/>
              </a:solidFill>
              <a:latin typeface="Times New Roman" panose="02020603050405020304" pitchFamily="18" charset="0"/>
              <a:ea typeface="Noto Sans"/>
              <a:cs typeface="Times New Roman" panose="02020603050405020304" pitchFamily="18" charset="0"/>
              <a:sym typeface="+mn-lt"/>
            </a:endParaRPr>
          </a:p>
          <a:p>
            <a:pPr marL="285750" indent="-285750" algn="just">
              <a:buFont typeface="Arial" panose="020B0604020202020204" pitchFamily="34" charset="0"/>
              <a:buChar char="•"/>
            </a:pPr>
            <a:r>
              <a:rPr lang="vi-VN" altLang="vi-VN" sz="1600" dirty="0">
                <a:solidFill>
                  <a:schemeClr val="bg1"/>
                </a:solidFill>
                <a:latin typeface="Times New Roman" panose="02020603050405020304" pitchFamily="18" charset="0"/>
                <a:ea typeface="Noto Sans"/>
                <a:cs typeface="Times New Roman" panose="02020603050405020304" pitchFamily="18" charset="0"/>
                <a:sym typeface="+mn-lt"/>
              </a:rPr>
              <a:t> Mở rộng tính năng quản lý chuỗi cửa hàng hoặc hệ thống đa chi nhánh.</a:t>
            </a:r>
            <a:endParaRPr lang="en-US" altLang="zh-CN" sz="1600" dirty="0">
              <a:solidFill>
                <a:schemeClr val="bg1"/>
              </a:solidFill>
              <a:latin typeface="Times New Roman" panose="02020603050405020304" pitchFamily="18" charset="0"/>
              <a:ea typeface="微软雅黑"/>
              <a:cs typeface="Times New Roman" panose="02020603050405020304" pitchFamily="18" charset="0"/>
              <a:sym typeface="Arial" panose="020B0604020202020204" pitchFamily="34" charset="0"/>
            </a:endParaRPr>
          </a:p>
        </p:txBody>
      </p:sp>
      <p:sp>
        <p:nvSpPr>
          <p:cNvPr id="11" name="Slide Number Placeholder 10">
            <a:extLst>
              <a:ext uri="{FF2B5EF4-FFF2-40B4-BE49-F238E27FC236}">
                <a16:creationId xmlns:a16="http://schemas.microsoft.com/office/drawing/2014/main" id="{3622EC43-696B-4AE4-8967-43EF7B7E7FD8}"/>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5</a:t>
            </a:fld>
            <a:endParaRPr lang="zh-CN" altLang="en-US" sz="2435"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barn(outVertical)">
                                      <p:cBhvr>
                                        <p:cTn id="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9784" y="2517413"/>
            <a:ext cx="487680" cy="1956547"/>
          </a:xfrm>
          <a:prstGeom prst="rect">
            <a:avLst/>
          </a:prstGeom>
          <a:noFill/>
        </p:spPr>
        <p:txBody>
          <a:bodyPr vert="vert" wrap="square" rtlCol="0">
            <a:normAutofit/>
          </a:bodyPr>
          <a:lstStyle/>
          <a:p>
            <a:pPr algn="dist"/>
            <a:r>
              <a:rPr lang="vi-VN" altLang="vi-VN" sz="2000" b="1">
                <a:latin typeface="Noto Sans"/>
                <a:ea typeface="Noto Sans"/>
              </a:rPr>
              <a:t>VIỆC KINH</a:t>
            </a:r>
            <a:endParaRPr lang="zh-CN" altLang="en-US" sz="2000" b="1"/>
          </a:p>
        </p:txBody>
      </p:sp>
      <p:sp>
        <p:nvSpPr>
          <p:cNvPr id="7" name="文本框 6"/>
          <p:cNvSpPr txBox="1"/>
          <p:nvPr/>
        </p:nvSpPr>
        <p:spPr>
          <a:xfrm>
            <a:off x="1472452" y="1976716"/>
            <a:ext cx="4342939" cy="822960"/>
          </a:xfrm>
          <a:prstGeom prst="rect">
            <a:avLst/>
          </a:prstGeom>
          <a:noFill/>
        </p:spPr>
        <p:txBody>
          <a:bodyPr wrap="square" rtlCol="0">
            <a:normAutofit/>
          </a:bodyPr>
          <a:lstStyle/>
          <a:p>
            <a:r>
              <a:rPr lang="vi-VN" altLang="vi-VN" sz="4800" b="1" dirty="0">
                <a:solidFill>
                  <a:srgbClr val="4F81BD"/>
                </a:solidFill>
                <a:latin typeface="Noto Sans"/>
                <a:ea typeface="Noto Sans"/>
              </a:rPr>
              <a:t>PHẦN HAI</a:t>
            </a:r>
            <a:endParaRPr lang="zh-CN" altLang="en-US" sz="4800" b="1" dirty="0">
              <a:solidFill>
                <a:srgbClr val="4F81BD"/>
              </a:solidFill>
            </a:endParaRPr>
          </a:p>
        </p:txBody>
      </p:sp>
      <p:sp>
        <p:nvSpPr>
          <p:cNvPr id="8" name="文本框 7"/>
          <p:cNvSpPr txBox="1"/>
          <p:nvPr/>
        </p:nvSpPr>
        <p:spPr>
          <a:xfrm>
            <a:off x="1472452" y="2899432"/>
            <a:ext cx="3259878" cy="1025618"/>
          </a:xfrm>
          <a:prstGeom prst="rect">
            <a:avLst/>
          </a:prstGeom>
          <a:noFill/>
        </p:spPr>
        <p:txBody>
          <a:bodyPr wrap="square" rtlCol="0">
            <a:normAutofit fontScale="62500" lnSpcReduction="20000"/>
          </a:bodyPr>
          <a:lstStyle/>
          <a:p>
            <a:pPr algn="ctr">
              <a:lnSpc>
                <a:spcPct val="120000"/>
              </a:lnSpc>
            </a:pPr>
            <a:r>
              <a:rPr lang="vi-VN" altLang="vi-VN" sz="4800" b="1" dirty="0">
                <a:solidFill>
                  <a:schemeClr val="bg1"/>
                </a:solidFill>
                <a:latin typeface="Noto Sans"/>
                <a:ea typeface="Noto Sans"/>
              </a:rPr>
              <a:t>PHÂN TÍCH &amp; THIẾT KẾ</a:t>
            </a:r>
          </a:p>
        </p:txBody>
      </p:sp>
      <p:cxnSp>
        <p:nvCxnSpPr>
          <p:cNvPr id="12" name="直接连接符 11"/>
          <p:cNvCxnSpPr>
            <a:cxnSpLocks/>
          </p:cNvCxnSpPr>
          <p:nvPr/>
        </p:nvCxnSpPr>
        <p:spPr>
          <a:xfrm>
            <a:off x="2263784" y="3931669"/>
            <a:ext cx="1691990" cy="0"/>
          </a:xfrm>
          <a:prstGeom prst="line">
            <a:avLst/>
          </a:prstGeom>
          <a:ln w="41275">
            <a:solidFill>
              <a:srgbClr val="4F81BD"/>
            </a:solidFill>
          </a:ln>
        </p:spPr>
        <p:style>
          <a:lnRef idx="1">
            <a:schemeClr val="accent1"/>
          </a:lnRef>
          <a:fillRef idx="0">
            <a:schemeClr val="accent1"/>
          </a:fillRef>
          <a:effectRef idx="0">
            <a:schemeClr val="accent1"/>
          </a:effectRef>
          <a:fontRef idx="minor">
            <a:schemeClr val="tx1"/>
          </a:fontRef>
        </p:style>
      </p:cxnSp>
      <p:sp>
        <p:nvSpPr>
          <p:cNvPr id="21" name="等腰三角形 12"/>
          <p:cNvSpPr/>
          <p:nvPr/>
        </p:nvSpPr>
        <p:spPr>
          <a:xfrm rot="19800000">
            <a:off x="11079596" y="2146838"/>
            <a:ext cx="986856" cy="766613"/>
          </a:xfrm>
          <a:custGeom>
            <a:avLst/>
            <a:gdLst>
              <a:gd name="connsiteX0" fmla="*/ 0 w 986856"/>
              <a:gd name="connsiteY0" fmla="*/ 721831 h 721831"/>
              <a:gd name="connsiteX1" fmla="*/ 493428 w 986856"/>
              <a:gd name="connsiteY1" fmla="*/ 0 h 721831"/>
              <a:gd name="connsiteX2" fmla="*/ 986856 w 986856"/>
              <a:gd name="connsiteY2" fmla="*/ 721831 h 721831"/>
              <a:gd name="connsiteX3" fmla="*/ 0 w 986856"/>
              <a:gd name="connsiteY3" fmla="*/ 721831 h 721831"/>
              <a:gd name="connsiteX0-1" fmla="*/ 0 w 986856"/>
              <a:gd name="connsiteY0-2" fmla="*/ 766613 h 766613"/>
              <a:gd name="connsiteX1-3" fmla="*/ 550336 w 986856"/>
              <a:gd name="connsiteY1-4" fmla="*/ 0 h 766613"/>
              <a:gd name="connsiteX2-5" fmla="*/ 986856 w 986856"/>
              <a:gd name="connsiteY2-6" fmla="*/ 766613 h 766613"/>
              <a:gd name="connsiteX3-7" fmla="*/ 0 w 986856"/>
              <a:gd name="connsiteY3-8" fmla="*/ 766613 h 766613"/>
            </a:gdLst>
            <a:ahLst/>
            <a:cxnLst>
              <a:cxn ang="0">
                <a:pos x="connsiteX0-1" y="connsiteY0-2"/>
              </a:cxn>
              <a:cxn ang="0">
                <a:pos x="connsiteX1-3" y="connsiteY1-4"/>
              </a:cxn>
              <a:cxn ang="0">
                <a:pos x="connsiteX2-5" y="connsiteY2-6"/>
              </a:cxn>
              <a:cxn ang="0">
                <a:pos x="connsiteX3-7" y="connsiteY3-8"/>
              </a:cxn>
            </a:cxnLst>
            <a:rect l="l" t="t" r="r" b="b"/>
            <a:pathLst>
              <a:path w="986856" h="766613">
                <a:moveTo>
                  <a:pt x="0" y="766613"/>
                </a:moveTo>
                <a:lnTo>
                  <a:pt x="550336" y="0"/>
                </a:lnTo>
                <a:lnTo>
                  <a:pt x="986856" y="766613"/>
                </a:lnTo>
                <a:lnTo>
                  <a:pt x="0" y="766613"/>
                </a:lnTo>
                <a:close/>
              </a:path>
            </a:pathLst>
          </a:custGeom>
          <a:solidFill>
            <a:srgbClr val="4F81B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16200000">
            <a:off x="10320263" y="2763636"/>
            <a:ext cx="2010385" cy="1733090"/>
          </a:xfrm>
          <a:prstGeom prst="triangle">
            <a:avLst/>
          </a:prstGeom>
          <a:solidFill>
            <a:srgbClr val="0070C0"/>
          </a:solidFill>
          <a:ln>
            <a:noFill/>
          </a:ln>
          <a:effectLst>
            <a:outerShdw blurRad="50800" dist="38100" dir="8100000" sx="104000" sy="104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nvSpPr>
        <p:spPr>
          <a:xfrm rot="8681015">
            <a:off x="10487418" y="3494999"/>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rot="16200000">
            <a:off x="10462329" y="1382549"/>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nvSpPr>
        <p:spPr>
          <a:xfrm rot="5400000">
            <a:off x="11046828" y="1431399"/>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rot="18903724">
            <a:off x="7302033" y="4605404"/>
            <a:ext cx="4185063" cy="4759609"/>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18903724">
            <a:off x="-1883873" y="-1202524"/>
            <a:ext cx="4185063" cy="252465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6"/>
          <p:cNvSpPr>
            <a:spLocks noEditPoints="1"/>
          </p:cNvSpPr>
          <p:nvPr/>
        </p:nvSpPr>
        <p:spPr bwMode="auto">
          <a:xfrm>
            <a:off x="4948555" y="1809115"/>
            <a:ext cx="1124585" cy="919480"/>
          </a:xfrm>
          <a:custGeom>
            <a:avLst/>
            <a:gdLst>
              <a:gd name="T0" fmla="*/ 725 w 1364"/>
              <a:gd name="T1" fmla="*/ 847 h 1123"/>
              <a:gd name="T2" fmla="*/ 51 w 1364"/>
              <a:gd name="T3" fmla="*/ 757 h 1123"/>
              <a:gd name="T4" fmla="*/ 1159 w 1364"/>
              <a:gd name="T5" fmla="*/ 786 h 1123"/>
              <a:gd name="T6" fmla="*/ 1143 w 1364"/>
              <a:gd name="T7" fmla="*/ 765 h 1123"/>
              <a:gd name="T8" fmla="*/ 720 w 1364"/>
              <a:gd name="T9" fmla="*/ 805 h 1123"/>
              <a:gd name="T10" fmla="*/ 57 w 1364"/>
              <a:gd name="T11" fmla="*/ 484 h 1123"/>
              <a:gd name="T12" fmla="*/ 733 w 1364"/>
              <a:gd name="T13" fmla="*/ 828 h 1123"/>
              <a:gd name="T14" fmla="*/ 1158 w 1364"/>
              <a:gd name="T15" fmla="*/ 621 h 1123"/>
              <a:gd name="T16" fmla="*/ 720 w 1364"/>
              <a:gd name="T17" fmla="*/ 805 h 1123"/>
              <a:gd name="T18" fmla="*/ 1001 w 1364"/>
              <a:gd name="T19" fmla="*/ 579 h 1123"/>
              <a:gd name="T20" fmla="*/ 990 w 1364"/>
              <a:gd name="T21" fmla="*/ 441 h 1123"/>
              <a:gd name="T22" fmla="*/ 284 w 1364"/>
              <a:gd name="T23" fmla="*/ 432 h 1123"/>
              <a:gd name="T24" fmla="*/ 71 w 1364"/>
              <a:gd name="T25" fmla="*/ 478 h 1123"/>
              <a:gd name="T26" fmla="*/ 720 w 1364"/>
              <a:gd name="T27" fmla="*/ 1101 h 1123"/>
              <a:gd name="T28" fmla="*/ 57 w 1364"/>
              <a:gd name="T29" fmla="*/ 780 h 1123"/>
              <a:gd name="T30" fmla="*/ 733 w 1364"/>
              <a:gd name="T31" fmla="*/ 1123 h 1123"/>
              <a:gd name="T32" fmla="*/ 1158 w 1364"/>
              <a:gd name="T33" fmla="*/ 917 h 1123"/>
              <a:gd name="T34" fmla="*/ 720 w 1364"/>
              <a:gd name="T35" fmla="*/ 1101 h 1123"/>
              <a:gd name="T36" fmla="*/ 1067 w 1364"/>
              <a:gd name="T37" fmla="*/ 344 h 1123"/>
              <a:gd name="T38" fmla="*/ 1056 w 1364"/>
              <a:gd name="T39" fmla="*/ 368 h 1123"/>
              <a:gd name="T40" fmla="*/ 1063 w 1364"/>
              <a:gd name="T41" fmla="*/ 404 h 1123"/>
              <a:gd name="T42" fmla="*/ 1035 w 1364"/>
              <a:gd name="T43" fmla="*/ 562 h 1123"/>
              <a:gd name="T44" fmla="*/ 1115 w 1364"/>
              <a:gd name="T45" fmla="*/ 422 h 1123"/>
              <a:gd name="T46" fmla="*/ 1106 w 1364"/>
              <a:gd name="T47" fmla="*/ 389 h 1123"/>
              <a:gd name="T48" fmla="*/ 1114 w 1364"/>
              <a:gd name="T49" fmla="*/ 352 h 1123"/>
              <a:gd name="T50" fmla="*/ 1104 w 1364"/>
              <a:gd name="T51" fmla="*/ 226 h 1123"/>
              <a:gd name="T52" fmla="*/ 1356 w 1364"/>
              <a:gd name="T53" fmla="*/ 174 h 1123"/>
              <a:gd name="T54" fmla="*/ 773 w 1364"/>
              <a:gd name="T55" fmla="*/ 4 h 1123"/>
              <a:gd name="T56" fmla="*/ 413 w 1364"/>
              <a:gd name="T57" fmla="*/ 28 h 1123"/>
              <a:gd name="T58" fmla="*/ 11 w 1364"/>
              <a:gd name="T59" fmla="*/ 76 h 1123"/>
              <a:gd name="T60" fmla="*/ 480 w 1364"/>
              <a:gd name="T61" fmla="*/ 323 h 1123"/>
              <a:gd name="T62" fmla="*/ 1039 w 1364"/>
              <a:gd name="T63" fmla="*/ 238 h 1123"/>
              <a:gd name="T64" fmla="*/ 628 w 1364"/>
              <a:gd name="T65" fmla="*/ 161 h 1123"/>
              <a:gd name="T66" fmla="*/ 1054 w 1364"/>
              <a:gd name="T67" fmla="*/ 204 h 1123"/>
              <a:gd name="T68" fmla="*/ 961 w 1364"/>
              <a:gd name="T69" fmla="*/ 281 h 1123"/>
              <a:gd name="T70" fmla="*/ 315 w 1364"/>
              <a:gd name="T71" fmla="*/ 432 h 1123"/>
              <a:gd name="T72" fmla="*/ 466 w 1364"/>
              <a:gd name="T73" fmla="*/ 350 h 1123"/>
              <a:gd name="T74" fmla="*/ 961 w 1364"/>
              <a:gd name="T75" fmla="*/ 281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64" h="1123">
                <a:moveTo>
                  <a:pt x="717" y="953"/>
                </a:moveTo>
                <a:cubicBezTo>
                  <a:pt x="707" y="917"/>
                  <a:pt x="707" y="881"/>
                  <a:pt x="725" y="847"/>
                </a:cubicBezTo>
                <a:lnTo>
                  <a:pt x="54" y="632"/>
                </a:lnTo>
                <a:cubicBezTo>
                  <a:pt x="28" y="665"/>
                  <a:pt x="21" y="710"/>
                  <a:pt x="51" y="757"/>
                </a:cubicBezTo>
                <a:lnTo>
                  <a:pt x="730" y="975"/>
                </a:lnTo>
                <a:lnTo>
                  <a:pt x="1159" y="786"/>
                </a:lnTo>
                <a:cubicBezTo>
                  <a:pt x="1170" y="781"/>
                  <a:pt x="1169" y="773"/>
                  <a:pt x="1155" y="768"/>
                </a:cubicBezTo>
                <a:lnTo>
                  <a:pt x="1143" y="765"/>
                </a:lnTo>
                <a:lnTo>
                  <a:pt x="717" y="953"/>
                </a:lnTo>
                <a:close/>
                <a:moveTo>
                  <a:pt x="720" y="805"/>
                </a:moveTo>
                <a:cubicBezTo>
                  <a:pt x="710" y="770"/>
                  <a:pt x="710" y="734"/>
                  <a:pt x="729" y="700"/>
                </a:cubicBezTo>
                <a:lnTo>
                  <a:pt x="57" y="484"/>
                </a:lnTo>
                <a:cubicBezTo>
                  <a:pt x="31" y="518"/>
                  <a:pt x="24" y="563"/>
                  <a:pt x="55" y="610"/>
                </a:cubicBezTo>
                <a:lnTo>
                  <a:pt x="733" y="828"/>
                </a:lnTo>
                <a:lnTo>
                  <a:pt x="1162" y="639"/>
                </a:lnTo>
                <a:cubicBezTo>
                  <a:pt x="1174" y="633"/>
                  <a:pt x="1172" y="626"/>
                  <a:pt x="1158" y="621"/>
                </a:cubicBezTo>
                <a:lnTo>
                  <a:pt x="1146" y="617"/>
                </a:lnTo>
                <a:lnTo>
                  <a:pt x="720" y="805"/>
                </a:lnTo>
                <a:close/>
                <a:moveTo>
                  <a:pt x="742" y="694"/>
                </a:moveTo>
                <a:lnTo>
                  <a:pt x="1001" y="579"/>
                </a:lnTo>
                <a:lnTo>
                  <a:pt x="1021" y="451"/>
                </a:lnTo>
                <a:lnTo>
                  <a:pt x="990" y="441"/>
                </a:lnTo>
                <a:cubicBezTo>
                  <a:pt x="976" y="548"/>
                  <a:pt x="711" y="556"/>
                  <a:pt x="638" y="556"/>
                </a:cubicBezTo>
                <a:cubicBezTo>
                  <a:pt x="562" y="556"/>
                  <a:pt x="284" y="548"/>
                  <a:pt x="284" y="432"/>
                </a:cubicBezTo>
                <a:lnTo>
                  <a:pt x="284" y="384"/>
                </a:lnTo>
                <a:lnTo>
                  <a:pt x="71" y="478"/>
                </a:lnTo>
                <a:lnTo>
                  <a:pt x="742" y="694"/>
                </a:lnTo>
                <a:close/>
                <a:moveTo>
                  <a:pt x="720" y="1101"/>
                </a:moveTo>
                <a:cubicBezTo>
                  <a:pt x="710" y="1066"/>
                  <a:pt x="710" y="1030"/>
                  <a:pt x="728" y="995"/>
                </a:cubicBezTo>
                <a:lnTo>
                  <a:pt x="57" y="780"/>
                </a:lnTo>
                <a:cubicBezTo>
                  <a:pt x="31" y="814"/>
                  <a:pt x="24" y="858"/>
                  <a:pt x="54" y="906"/>
                </a:cubicBezTo>
                <a:lnTo>
                  <a:pt x="733" y="1123"/>
                </a:lnTo>
                <a:lnTo>
                  <a:pt x="1162" y="934"/>
                </a:lnTo>
                <a:cubicBezTo>
                  <a:pt x="1173" y="929"/>
                  <a:pt x="1171" y="921"/>
                  <a:pt x="1158" y="917"/>
                </a:cubicBezTo>
                <a:lnTo>
                  <a:pt x="1146" y="913"/>
                </a:lnTo>
                <a:lnTo>
                  <a:pt x="720" y="1101"/>
                </a:lnTo>
                <a:close/>
                <a:moveTo>
                  <a:pt x="1067" y="219"/>
                </a:moveTo>
                <a:lnTo>
                  <a:pt x="1067" y="344"/>
                </a:lnTo>
                <a:cubicBezTo>
                  <a:pt x="1062" y="345"/>
                  <a:pt x="1058" y="348"/>
                  <a:pt x="1058" y="352"/>
                </a:cubicBezTo>
                <a:lnTo>
                  <a:pt x="1056" y="368"/>
                </a:lnTo>
                <a:cubicBezTo>
                  <a:pt x="1056" y="378"/>
                  <a:pt x="1065" y="382"/>
                  <a:pt x="1064" y="389"/>
                </a:cubicBezTo>
                <a:lnTo>
                  <a:pt x="1063" y="404"/>
                </a:lnTo>
                <a:cubicBezTo>
                  <a:pt x="1063" y="410"/>
                  <a:pt x="1057" y="415"/>
                  <a:pt x="1056" y="422"/>
                </a:cubicBezTo>
                <a:lnTo>
                  <a:pt x="1035" y="562"/>
                </a:lnTo>
                <a:cubicBezTo>
                  <a:pt x="1043" y="579"/>
                  <a:pt x="1127" y="579"/>
                  <a:pt x="1136" y="562"/>
                </a:cubicBezTo>
                <a:lnTo>
                  <a:pt x="1115" y="422"/>
                </a:lnTo>
                <a:cubicBezTo>
                  <a:pt x="1114" y="415"/>
                  <a:pt x="1108" y="410"/>
                  <a:pt x="1107" y="404"/>
                </a:cubicBezTo>
                <a:lnTo>
                  <a:pt x="1106" y="389"/>
                </a:lnTo>
                <a:cubicBezTo>
                  <a:pt x="1106" y="381"/>
                  <a:pt x="1115" y="379"/>
                  <a:pt x="1115" y="369"/>
                </a:cubicBezTo>
                <a:lnTo>
                  <a:pt x="1114" y="352"/>
                </a:lnTo>
                <a:cubicBezTo>
                  <a:pt x="1113" y="347"/>
                  <a:pt x="1109" y="344"/>
                  <a:pt x="1104" y="344"/>
                </a:cubicBezTo>
                <a:cubicBezTo>
                  <a:pt x="1104" y="218"/>
                  <a:pt x="1104" y="362"/>
                  <a:pt x="1104" y="226"/>
                </a:cubicBezTo>
                <a:lnTo>
                  <a:pt x="1356" y="183"/>
                </a:lnTo>
                <a:cubicBezTo>
                  <a:pt x="1362" y="182"/>
                  <a:pt x="1364" y="177"/>
                  <a:pt x="1356" y="174"/>
                </a:cubicBezTo>
                <a:cubicBezTo>
                  <a:pt x="1235" y="139"/>
                  <a:pt x="1125" y="107"/>
                  <a:pt x="1024" y="77"/>
                </a:cubicBezTo>
                <a:cubicBezTo>
                  <a:pt x="934" y="51"/>
                  <a:pt x="850" y="26"/>
                  <a:pt x="773" y="4"/>
                </a:cubicBezTo>
                <a:cubicBezTo>
                  <a:pt x="759" y="0"/>
                  <a:pt x="750" y="0"/>
                  <a:pt x="736" y="1"/>
                </a:cubicBezTo>
                <a:cubicBezTo>
                  <a:pt x="635" y="9"/>
                  <a:pt x="527" y="18"/>
                  <a:pt x="413" y="28"/>
                </a:cubicBezTo>
                <a:cubicBezTo>
                  <a:pt x="289" y="39"/>
                  <a:pt x="155" y="50"/>
                  <a:pt x="12" y="62"/>
                </a:cubicBezTo>
                <a:cubicBezTo>
                  <a:pt x="0" y="64"/>
                  <a:pt x="3" y="73"/>
                  <a:pt x="11" y="76"/>
                </a:cubicBezTo>
                <a:cubicBezTo>
                  <a:pt x="68" y="106"/>
                  <a:pt x="130" y="139"/>
                  <a:pt x="198" y="175"/>
                </a:cubicBezTo>
                <a:cubicBezTo>
                  <a:pt x="281" y="219"/>
                  <a:pt x="374" y="268"/>
                  <a:pt x="480" y="323"/>
                </a:cubicBezTo>
                <a:cubicBezTo>
                  <a:pt x="489" y="328"/>
                  <a:pt x="508" y="330"/>
                  <a:pt x="523" y="327"/>
                </a:cubicBezTo>
                <a:cubicBezTo>
                  <a:pt x="695" y="298"/>
                  <a:pt x="867" y="268"/>
                  <a:pt x="1039" y="238"/>
                </a:cubicBezTo>
                <a:cubicBezTo>
                  <a:pt x="1038" y="232"/>
                  <a:pt x="1036" y="229"/>
                  <a:pt x="1029" y="227"/>
                </a:cubicBezTo>
                <a:lnTo>
                  <a:pt x="628" y="161"/>
                </a:lnTo>
                <a:cubicBezTo>
                  <a:pt x="593" y="156"/>
                  <a:pt x="599" y="131"/>
                  <a:pt x="619" y="134"/>
                </a:cubicBezTo>
                <a:lnTo>
                  <a:pt x="1054" y="204"/>
                </a:lnTo>
                <a:cubicBezTo>
                  <a:pt x="1062" y="206"/>
                  <a:pt x="1066" y="211"/>
                  <a:pt x="1067" y="219"/>
                </a:cubicBezTo>
                <a:close/>
                <a:moveTo>
                  <a:pt x="961" y="281"/>
                </a:moveTo>
                <a:lnTo>
                  <a:pt x="961" y="432"/>
                </a:lnTo>
                <a:cubicBezTo>
                  <a:pt x="961" y="557"/>
                  <a:pt x="315" y="557"/>
                  <a:pt x="315" y="432"/>
                </a:cubicBezTo>
                <a:lnTo>
                  <a:pt x="315" y="270"/>
                </a:lnTo>
                <a:cubicBezTo>
                  <a:pt x="365" y="296"/>
                  <a:pt x="415" y="323"/>
                  <a:pt x="466" y="350"/>
                </a:cubicBezTo>
                <a:cubicBezTo>
                  <a:pt x="483" y="359"/>
                  <a:pt x="509" y="360"/>
                  <a:pt x="528" y="357"/>
                </a:cubicBezTo>
                <a:cubicBezTo>
                  <a:pt x="672" y="331"/>
                  <a:pt x="816" y="306"/>
                  <a:pt x="961" y="281"/>
                </a:cubicBezTo>
                <a:close/>
              </a:path>
            </a:pathLst>
          </a:custGeom>
          <a:solidFill>
            <a:srgbClr val="4F80B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 name="Slide Number Placeholder 3">
            <a:extLst>
              <a:ext uri="{FF2B5EF4-FFF2-40B4-BE49-F238E27FC236}">
                <a16:creationId xmlns:a16="http://schemas.microsoft.com/office/drawing/2014/main" id="{0B1D4411-D71C-4785-9FD5-DB49392018CE}"/>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6</a:t>
            </a:fld>
            <a:endParaRPr lang="zh-CN" altLang="en-US" sz="2435"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0" y="13335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21" name="直接连接符 2820"/>
          <p:cNvCxnSpPr/>
          <p:nvPr/>
        </p:nvCxnSpPr>
        <p:spPr>
          <a:xfrm rot="5400000">
            <a:off x="2410737" y="3207064"/>
            <a:ext cx="3570362" cy="0"/>
          </a:xfrm>
          <a:prstGeom prst="line">
            <a:avLst/>
          </a:prstGeom>
          <a:noFill/>
          <a:ln w="3175" cap="flat" cmpd="sng" algn="ctr">
            <a:solidFill>
              <a:sysClr val="window" lastClr="FFFFFF">
                <a:lumMod val="50000"/>
              </a:sysClr>
            </a:solidFill>
            <a:prstDash val="solid"/>
            <a:miter lim="800000"/>
          </a:ln>
          <a:effectLst/>
        </p:spPr>
      </p:cxnSp>
      <p:cxnSp>
        <p:nvCxnSpPr>
          <p:cNvPr id="2822" name="直接连接符 2821"/>
          <p:cNvCxnSpPr/>
          <p:nvPr/>
        </p:nvCxnSpPr>
        <p:spPr>
          <a:xfrm rot="5400000">
            <a:off x="6202663" y="3207064"/>
            <a:ext cx="3570362" cy="0"/>
          </a:xfrm>
          <a:prstGeom prst="line">
            <a:avLst/>
          </a:prstGeom>
          <a:noFill/>
          <a:ln w="3175" cap="flat" cmpd="sng" algn="ctr">
            <a:solidFill>
              <a:sysClr val="window" lastClr="FFFFFF">
                <a:lumMod val="50000"/>
              </a:sysClr>
            </a:solidFill>
            <a:prstDash val="solid"/>
            <a:miter lim="800000"/>
          </a:ln>
          <a:effectLst/>
        </p:spPr>
      </p:cxnSp>
      <p:sp>
        <p:nvSpPr>
          <p:cNvPr id="2824" name="11 Rectángulo"/>
          <p:cNvSpPr/>
          <p:nvPr/>
        </p:nvSpPr>
        <p:spPr>
          <a:xfrm>
            <a:off x="691569" y="1421882"/>
            <a:ext cx="3164004" cy="489468"/>
          </a:xfrm>
          <a:prstGeom prst="rect">
            <a:avLst/>
          </a:prstGeom>
          <a:solidFill>
            <a:srgbClr val="5685B6"/>
          </a:solidFill>
          <a:ln w="19050" cap="flat" cmpd="sng" algn="ctr">
            <a:noFill/>
            <a:prstDash val="solid"/>
            <a:miter lim="800000"/>
          </a:ln>
          <a:effectLst/>
        </p:spPr>
        <p:txBody>
          <a:bodyPr anchor="t">
            <a:normAutofit/>
          </a:bodyPr>
          <a:lstStyle>
            <a:lvl1pPr eaLnBrk="0" hangingPunct="0">
              <a:defRPr>
                <a:solidFill>
                  <a:sysClr val="windowText" lastClr="000000"/>
                </a:solidFill>
                <a:latin typeface="Arial" panose="020B0604020202020204" pitchFamily="34" charset="0"/>
              </a:defRPr>
            </a:lvl1pPr>
            <a:lvl2pPr marL="742950" indent="-285750" eaLnBrk="0" hangingPunct="0">
              <a:defRPr>
                <a:solidFill>
                  <a:sysClr val="windowText" lastClr="000000"/>
                </a:solidFill>
                <a:latin typeface="Arial" panose="020B0604020202020204" pitchFamily="34" charset="0"/>
              </a:defRPr>
            </a:lvl2pPr>
            <a:lvl3pPr marL="1143000" indent="-228600" eaLnBrk="0" hangingPunct="0">
              <a:defRPr>
                <a:solidFill>
                  <a:sysClr val="windowText" lastClr="000000"/>
                </a:solidFill>
                <a:latin typeface="Arial" panose="020B0604020202020204" pitchFamily="34" charset="0"/>
              </a:defRPr>
            </a:lvl3pPr>
            <a:lvl4pPr marL="1600200" indent="-228600" eaLnBrk="0" hangingPunct="0">
              <a:defRPr>
                <a:solidFill>
                  <a:sysClr val="windowText" lastClr="000000"/>
                </a:solidFill>
                <a:latin typeface="Arial" panose="020B0604020202020204" pitchFamily="34" charset="0"/>
              </a:defRPr>
            </a:lvl4pPr>
            <a:lvl5pPr marL="2057400" indent="-228600" eaLnBrk="0" hangingPunct="0">
              <a:defRPr>
                <a:solidFill>
                  <a:sysClr val="windowText" lastClr="000000"/>
                </a:solidFill>
                <a:latin typeface="Arial" panose="020B0604020202020204" pitchFamily="34" charset="0"/>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defRPr>
            </a:lvl9pPr>
          </a:lstStyle>
          <a:p>
            <a:pPr lvl="0" algn="ctr" fontAlgn="base">
              <a:lnSpc>
                <a:spcPct val="120000"/>
              </a:lnSpc>
              <a:spcBef>
                <a:spcPct val="0"/>
              </a:spcBef>
              <a:spcAft>
                <a:spcPct val="0"/>
              </a:spcAft>
              <a:defRPr/>
            </a:pPr>
            <a:r>
              <a:rPr lang="vi-VN" altLang="vi-VN" sz="2100" b="1" kern="0">
                <a:solidFill>
                  <a:sysClr val="window" lastClr="FFFFFF"/>
                </a:solidFill>
                <a:effectLst>
                  <a:outerShdw blurRad="38100" dist="38100" dir="2700000" algn="tl">
                    <a:srgbClr val="000000">
                      <a:alpha val="43137"/>
                    </a:srgbClr>
                  </a:outerShdw>
                </a:effectLst>
                <a:latin typeface="Noto Sans"/>
                <a:ea typeface="Noto Sans"/>
                <a:cs typeface="庞门正道标题体" charset="0"/>
                <a:sym typeface="庞门正道标题体" charset="0"/>
              </a:rPr>
              <a:t>VAI TRÒ CHÍNH</a:t>
            </a:r>
            <a:endParaRPr lang="en-US" altLang="zh-CN" sz="1400" b="1" kern="0" dirty="0">
              <a:solidFill>
                <a:sysClr val="window" lastClr="FFFFFF"/>
              </a:solidFill>
              <a:effectLst>
                <a:outerShdw blurRad="38100" dist="38100" dir="2700000" algn="tl">
                  <a:srgbClr val="000000">
                    <a:alpha val="43137"/>
                  </a:srgbClr>
                </a:outerShdw>
              </a:effectLst>
              <a:latin typeface="微软雅黑" panose="020B0503020204020204" charset="-122"/>
              <a:ea typeface="微软雅黑"/>
              <a:cs typeface="庞门正道标题体" charset="0"/>
              <a:sym typeface="庞门正道标题体" charset="0"/>
            </a:endParaRPr>
          </a:p>
        </p:txBody>
      </p:sp>
      <p:sp>
        <p:nvSpPr>
          <p:cNvPr id="17" name="矩形 16"/>
          <p:cNvSpPr>
            <a:spLocks noChangeArrowheads="1"/>
          </p:cNvSpPr>
          <p:nvPr/>
        </p:nvSpPr>
        <p:spPr bwMode="auto">
          <a:xfrm>
            <a:off x="982344" y="2417594"/>
            <a:ext cx="2745105" cy="758250"/>
          </a:xfrm>
          <a:prstGeom prst="rect">
            <a:avLst/>
          </a:prstGeom>
          <a:noFill/>
          <a:ln>
            <a:noFill/>
          </a:ln>
        </p:spPr>
        <p:txBody>
          <a:bodyPr wrap="square" lIns="91428" tIns="45714" rIns="91428" bIns="45714">
            <a:norm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defTabSz="866140">
              <a:lnSpc>
                <a:spcPct val="100000"/>
              </a:lnSpc>
              <a:defRPr/>
            </a:pPr>
            <a:r>
              <a:rPr lang="vi-VN" altLang="vi-VN" sz="1400" dirty="0">
                <a:solidFill>
                  <a:sysClr val="windowText" lastClr="000000">
                    <a:lumMod val="75000"/>
                  </a:sysClr>
                </a:solidFill>
                <a:latin typeface="Noto Sans"/>
                <a:ea typeface="Noto Sans"/>
                <a:cs typeface="庞门正道标题体" charset="0"/>
                <a:sym typeface="庞门正道标题体" charset="0"/>
              </a:rPr>
              <a:t>Quản lý danh mục, sản phẩm, đơn hàng,</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bài</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viết</a:t>
            </a:r>
            <a:r>
              <a:rPr lang="en-US" altLang="vi-VN" sz="1400" dirty="0">
                <a:solidFill>
                  <a:sysClr val="windowText" lastClr="000000">
                    <a:lumMod val="75000"/>
                  </a:sysClr>
                </a:solidFill>
                <a:latin typeface="Noto Sans"/>
                <a:ea typeface="Noto Sans"/>
                <a:cs typeface="庞门正道标题体" charset="0"/>
                <a:sym typeface="庞门正道标题体" charset="0"/>
              </a:rPr>
              <a:t> , </a:t>
            </a:r>
            <a:r>
              <a:rPr lang="en-US" altLang="vi-VN" sz="1400" dirty="0" err="1">
                <a:solidFill>
                  <a:sysClr val="windowText" lastClr="000000">
                    <a:lumMod val="75000"/>
                  </a:sysClr>
                </a:solidFill>
                <a:latin typeface="Noto Sans"/>
                <a:ea typeface="Noto Sans"/>
                <a:cs typeface="庞门正道标题体" charset="0"/>
                <a:sym typeface="庞门正道标题体" charset="0"/>
              </a:rPr>
              <a:t>gửi</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quảng</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cáo</a:t>
            </a:r>
            <a:r>
              <a:rPr lang="en-US" altLang="vi-VN" sz="1400" dirty="0">
                <a:solidFill>
                  <a:sysClr val="windowText" lastClr="000000">
                    <a:lumMod val="75000"/>
                  </a:sysClr>
                </a:solidFill>
                <a:latin typeface="Noto Sans"/>
                <a:ea typeface="Noto Sans"/>
                <a:cs typeface="庞门正道标题体" charset="0"/>
                <a:sym typeface="庞门正道标题体" charset="0"/>
              </a:rPr>
              <a:t>,</a:t>
            </a:r>
            <a:r>
              <a:rPr lang="vi-VN"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hỗ</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trợ</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khách</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hàng</a:t>
            </a:r>
            <a:r>
              <a:rPr lang="vi-VN" altLang="vi-VN" sz="1400" dirty="0">
                <a:solidFill>
                  <a:sysClr val="windowText" lastClr="000000">
                    <a:lumMod val="75000"/>
                  </a:sysClr>
                </a:solidFill>
                <a:latin typeface="Noto Sans"/>
                <a:ea typeface="Noto Sans"/>
                <a:cs typeface="庞门正道标题体" charset="0"/>
                <a:sym typeface="庞门正道标题体" charset="0"/>
              </a:rPr>
              <a:t>.</a:t>
            </a:r>
          </a:p>
        </p:txBody>
      </p:sp>
      <p:sp>
        <p:nvSpPr>
          <p:cNvPr id="15" name="矩形 14"/>
          <p:cNvSpPr>
            <a:spLocks noChangeArrowheads="1"/>
          </p:cNvSpPr>
          <p:nvPr/>
        </p:nvSpPr>
        <p:spPr bwMode="auto">
          <a:xfrm>
            <a:off x="669829" y="2021366"/>
            <a:ext cx="2572656" cy="396228"/>
          </a:xfrm>
          <a:prstGeom prst="rect">
            <a:avLst/>
          </a:prstGeom>
          <a:noFill/>
          <a:ln>
            <a:noFill/>
          </a:ln>
        </p:spPr>
        <p:txBody>
          <a:bodyPr wrap="square" lIns="91428" tIns="45714" rIns="91428" bIns="45714">
            <a:no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marL="342900" indent="-342900" defTabSz="912495" eaLnBrk="0" fontAlgn="base" hangingPunct="0">
              <a:spcBef>
                <a:spcPct val="0"/>
              </a:spcBef>
              <a:spcAft>
                <a:spcPct val="0"/>
              </a:spcAft>
              <a:buFont typeface="Arial" panose="020B0604020202020204" pitchFamily="34" charset="0"/>
              <a:buChar char="•"/>
              <a:defRPr/>
            </a:pPr>
            <a:r>
              <a:rPr lang="vi-VN" altLang="vi-VN" sz="2000" b="1" dirty="0">
                <a:solidFill>
                  <a:sysClr val="windowText" lastClr="000000">
                    <a:lumMod val="85000"/>
                    <a:lumOff val="15000"/>
                  </a:sysClr>
                </a:solidFill>
                <a:latin typeface="Noto Sans"/>
                <a:ea typeface="Noto Sans"/>
                <a:cs typeface="庞门正道标题体" charset="0"/>
                <a:sym typeface="庞门正道标题体" charset="0"/>
              </a:rPr>
              <a:t>QUẢN TRỊ VIÊN</a:t>
            </a:r>
            <a:endParaRPr lang="zh-CN" altLang="en-US" sz="2000" b="1" kern="0" dirty="0">
              <a:solidFill>
                <a:sysClr val="windowText" lastClr="000000">
                  <a:lumMod val="85000"/>
                  <a:lumOff val="15000"/>
                </a:sysClr>
              </a:solidFill>
              <a:latin typeface="微软雅黑" panose="020B0503020204020204" charset="-122"/>
              <a:cs typeface="庞门正道标题体" charset="0"/>
              <a:sym typeface="庞门正道标题体" charset="0"/>
            </a:endParaRPr>
          </a:p>
        </p:txBody>
      </p:sp>
      <p:sp>
        <p:nvSpPr>
          <p:cNvPr id="5" name="Rectangle 45">
            <a:extLst>
              <a:ext uri="{FF2B5EF4-FFF2-40B4-BE49-F238E27FC236}">
                <a16:creationId xmlns:a16="http://schemas.microsoft.com/office/drawing/2014/main" id="{7C24BD4F-42A9-74A7-7167-92510DE4ADD9}"/>
              </a:ext>
            </a:extLst>
          </p:cNvPr>
          <p:cNvSpPr/>
          <p:nvPr/>
        </p:nvSpPr>
        <p:spPr bwMode="auto">
          <a:xfrm>
            <a:off x="-1979236" y="283231"/>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vi-VN" sz="2800" b="1" dirty="0">
                <a:solidFill>
                  <a:schemeClr val="bg1"/>
                </a:solidFill>
                <a:effectLst>
                  <a:outerShdw blurRad="38100" dist="38100" dir="2700000" algn="tl">
                    <a:srgbClr val="000000">
                      <a:alpha val="43137"/>
                    </a:srgbClr>
                  </a:outerShdw>
                </a:effectLst>
                <a:latin typeface="Noto Sans"/>
                <a:ea typeface="Noto Sans"/>
                <a:cs typeface="Bebas Neue" charset="0"/>
                <a:sym typeface="Bebas Neue" charset="0"/>
              </a:rPr>
              <a:t>PHÂN TÍCH YÊU CẦU</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微软雅黑" panose="020B0503020204020204" charset="-122"/>
              <a:ea typeface="微软雅黑"/>
              <a:cs typeface="Bebas Neue" charset="0"/>
              <a:sym typeface="Bebas Neue" charset="0"/>
            </a:endParaRPr>
          </a:p>
        </p:txBody>
      </p:sp>
      <p:sp>
        <p:nvSpPr>
          <p:cNvPr id="6" name="矩形 16">
            <a:extLst>
              <a:ext uri="{FF2B5EF4-FFF2-40B4-BE49-F238E27FC236}">
                <a16:creationId xmlns:a16="http://schemas.microsoft.com/office/drawing/2014/main" id="{079F87F3-CA43-1CDE-3F1C-2406497222F3}"/>
              </a:ext>
            </a:extLst>
          </p:cNvPr>
          <p:cNvSpPr>
            <a:spLocks noChangeArrowheads="1"/>
          </p:cNvSpPr>
          <p:nvPr/>
        </p:nvSpPr>
        <p:spPr bwMode="auto">
          <a:xfrm>
            <a:off x="982343" y="3837069"/>
            <a:ext cx="2727230" cy="758250"/>
          </a:xfrm>
          <a:prstGeom prst="rect">
            <a:avLst/>
          </a:prstGeom>
          <a:noFill/>
          <a:ln>
            <a:noFill/>
          </a:ln>
        </p:spPr>
        <p:txBody>
          <a:bodyPr wrap="square" lIns="91428" tIns="45714" rIns="91428" bIns="45714">
            <a:norm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defTabSz="866140">
              <a:lnSpc>
                <a:spcPct val="100000"/>
              </a:lnSpc>
              <a:defRPr/>
            </a:pPr>
            <a:r>
              <a:rPr lang="vi-VN" altLang="vi-VN" sz="1400" dirty="0">
                <a:solidFill>
                  <a:sysClr val="windowText" lastClr="000000">
                    <a:lumMod val="75000"/>
                  </a:sysClr>
                </a:solidFill>
                <a:latin typeface="Noto Sans"/>
                <a:ea typeface="Noto Sans"/>
                <a:cs typeface="庞门正道标题体" charset="0"/>
                <a:sym typeface="庞门正道标题体" charset="0"/>
              </a:rPr>
              <a:t>Tìm kiếm, giỏ hàng, đặt hàng, theo dõi đơn, đánh giá</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gửi</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yêu</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cầu</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hỗ</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trợ</a:t>
            </a:r>
            <a:r>
              <a:rPr lang="vi-VN" altLang="vi-VN" sz="1400" dirty="0">
                <a:solidFill>
                  <a:sysClr val="windowText" lastClr="000000">
                    <a:lumMod val="75000"/>
                  </a:sysClr>
                </a:solidFill>
                <a:latin typeface="Noto Sans"/>
                <a:ea typeface="Noto Sans"/>
                <a:cs typeface="庞门正道标题体" charset="0"/>
                <a:sym typeface="庞门正道标题体" charset="0"/>
              </a:rPr>
              <a:t>.</a:t>
            </a:r>
          </a:p>
        </p:txBody>
      </p:sp>
      <p:sp>
        <p:nvSpPr>
          <p:cNvPr id="7" name="矩形 14">
            <a:extLst>
              <a:ext uri="{FF2B5EF4-FFF2-40B4-BE49-F238E27FC236}">
                <a16:creationId xmlns:a16="http://schemas.microsoft.com/office/drawing/2014/main" id="{99B5FF6A-B860-0FBD-D36A-11820F89E4F6}"/>
              </a:ext>
            </a:extLst>
          </p:cNvPr>
          <p:cNvSpPr>
            <a:spLocks noChangeArrowheads="1"/>
          </p:cNvSpPr>
          <p:nvPr/>
        </p:nvSpPr>
        <p:spPr bwMode="auto">
          <a:xfrm>
            <a:off x="667606" y="3177550"/>
            <a:ext cx="2735813" cy="657813"/>
          </a:xfrm>
          <a:prstGeom prst="rect">
            <a:avLst/>
          </a:prstGeom>
          <a:noFill/>
          <a:ln>
            <a:noFill/>
          </a:ln>
        </p:spPr>
        <p:txBody>
          <a:bodyPr wrap="square" lIns="91428" tIns="45714" rIns="91428" bIns="45714">
            <a:no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marL="342900" indent="-342900" defTabSz="912495" eaLnBrk="0" fontAlgn="base" hangingPunct="0">
              <a:spcBef>
                <a:spcPct val="0"/>
              </a:spcBef>
              <a:spcAft>
                <a:spcPct val="0"/>
              </a:spcAft>
              <a:buFont typeface="Arial" panose="020B0604020202020204" pitchFamily="34" charset="0"/>
              <a:buChar char="•"/>
              <a:defRPr/>
            </a:pPr>
            <a:r>
              <a:rPr lang="vi-VN" altLang="vi-VN" sz="2000" b="1" dirty="0">
                <a:solidFill>
                  <a:sysClr val="windowText" lastClr="000000">
                    <a:lumMod val="85000"/>
                    <a:lumOff val="15000"/>
                  </a:sysClr>
                </a:solidFill>
                <a:latin typeface="Noto Sans"/>
                <a:ea typeface="Noto Sans"/>
                <a:cs typeface="庞门正道标题体" charset="0"/>
                <a:sym typeface="庞门正道标题体" charset="0"/>
              </a:rPr>
              <a:t>KHÁCH HÀNG ĐÃ ĐĂNG KÝ</a:t>
            </a:r>
            <a:endParaRPr lang="zh-CN" altLang="en-US" sz="2000" b="1" kern="0" dirty="0">
              <a:solidFill>
                <a:sysClr val="windowText" lastClr="000000">
                  <a:lumMod val="85000"/>
                  <a:lumOff val="15000"/>
                </a:sysClr>
              </a:solidFill>
              <a:latin typeface="微软雅黑" panose="020B0503020204020204" charset="-122"/>
              <a:cs typeface="庞门正道标题体" charset="0"/>
              <a:sym typeface="庞门正道标题体" charset="0"/>
            </a:endParaRPr>
          </a:p>
        </p:txBody>
      </p:sp>
      <p:sp>
        <p:nvSpPr>
          <p:cNvPr id="8" name="矩形 16">
            <a:extLst>
              <a:ext uri="{FF2B5EF4-FFF2-40B4-BE49-F238E27FC236}">
                <a16:creationId xmlns:a16="http://schemas.microsoft.com/office/drawing/2014/main" id="{6014EBF8-4482-8675-72BF-FBF3344B3ABA}"/>
              </a:ext>
            </a:extLst>
          </p:cNvPr>
          <p:cNvSpPr>
            <a:spLocks noChangeArrowheads="1"/>
          </p:cNvSpPr>
          <p:nvPr/>
        </p:nvSpPr>
        <p:spPr bwMode="auto">
          <a:xfrm>
            <a:off x="1018526" y="5271703"/>
            <a:ext cx="2691047" cy="640068"/>
          </a:xfrm>
          <a:prstGeom prst="rect">
            <a:avLst/>
          </a:prstGeom>
          <a:noFill/>
          <a:ln>
            <a:noFill/>
          </a:ln>
        </p:spPr>
        <p:txBody>
          <a:bodyPr wrap="square" lIns="91428" tIns="45714" rIns="91428" bIns="45714">
            <a:norm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defTabSz="866140">
              <a:lnSpc>
                <a:spcPct val="100000"/>
              </a:lnSpc>
              <a:defRPr/>
            </a:pPr>
            <a:r>
              <a:rPr lang="vi-VN" altLang="vi-VN" sz="1400" dirty="0">
                <a:solidFill>
                  <a:sysClr val="windowText" lastClr="000000">
                    <a:lumMod val="75000"/>
                  </a:sysClr>
                </a:solidFill>
                <a:latin typeface="Noto Sans"/>
                <a:ea typeface="Noto Sans"/>
                <a:cs typeface="庞门正道标题体" charset="0"/>
                <a:sym typeface="庞门正道标题体" charset="0"/>
              </a:rPr>
              <a:t>Tìm kiếm, xem thông tin sản phẩm.</a:t>
            </a:r>
          </a:p>
        </p:txBody>
      </p:sp>
      <p:sp>
        <p:nvSpPr>
          <p:cNvPr id="9" name="矩形 14">
            <a:extLst>
              <a:ext uri="{FF2B5EF4-FFF2-40B4-BE49-F238E27FC236}">
                <a16:creationId xmlns:a16="http://schemas.microsoft.com/office/drawing/2014/main" id="{1FA755A8-6E4B-4776-8291-01E4E3B3391D}"/>
              </a:ext>
            </a:extLst>
          </p:cNvPr>
          <p:cNvSpPr>
            <a:spLocks noChangeArrowheads="1"/>
          </p:cNvSpPr>
          <p:nvPr/>
        </p:nvSpPr>
        <p:spPr bwMode="auto">
          <a:xfrm>
            <a:off x="617827" y="4594404"/>
            <a:ext cx="3267723" cy="396228"/>
          </a:xfrm>
          <a:prstGeom prst="rect">
            <a:avLst/>
          </a:prstGeom>
          <a:noFill/>
          <a:ln>
            <a:noFill/>
          </a:ln>
        </p:spPr>
        <p:txBody>
          <a:bodyPr wrap="square" lIns="91428" tIns="45714" rIns="91428" bIns="45714">
            <a:no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marL="342900" indent="-342900" defTabSz="912495" eaLnBrk="0" fontAlgn="base" hangingPunct="0">
              <a:spcBef>
                <a:spcPct val="0"/>
              </a:spcBef>
              <a:spcAft>
                <a:spcPct val="0"/>
              </a:spcAft>
              <a:buFont typeface="Arial" panose="020B0604020202020204" pitchFamily="34" charset="0"/>
              <a:buChar char="•"/>
              <a:defRPr/>
            </a:pPr>
            <a:r>
              <a:rPr lang="vi-VN" altLang="vi-VN" sz="2000" b="1" dirty="0">
                <a:solidFill>
                  <a:sysClr val="windowText" lastClr="000000">
                    <a:lumMod val="85000"/>
                    <a:lumOff val="15000"/>
                  </a:sysClr>
                </a:solidFill>
                <a:latin typeface="Noto Sans"/>
                <a:ea typeface="Noto Sans"/>
                <a:cs typeface="庞门正道标题体" charset="0"/>
                <a:sym typeface="庞门正道标题体" charset="0"/>
              </a:rPr>
              <a:t>KHÁCH HÀNG KHÔNG ĐĂNG KÝ</a:t>
            </a:r>
            <a:endParaRPr lang="zh-CN" altLang="en-US" sz="2000" b="1" kern="0" dirty="0">
              <a:solidFill>
                <a:sysClr val="windowText" lastClr="000000">
                  <a:lumMod val="85000"/>
                  <a:lumOff val="15000"/>
                </a:sysClr>
              </a:solidFill>
              <a:latin typeface="微软雅黑" panose="020B0503020204020204" charset="-122"/>
              <a:cs typeface="庞门正道标题体" charset="0"/>
              <a:sym typeface="庞门正道标题体" charset="0"/>
            </a:endParaRPr>
          </a:p>
        </p:txBody>
      </p:sp>
      <p:sp>
        <p:nvSpPr>
          <p:cNvPr id="14" name="11 Rectángulo">
            <a:extLst>
              <a:ext uri="{FF2B5EF4-FFF2-40B4-BE49-F238E27FC236}">
                <a16:creationId xmlns:a16="http://schemas.microsoft.com/office/drawing/2014/main" id="{6B307C38-57E0-210E-30EB-64909136D7B0}"/>
              </a:ext>
            </a:extLst>
          </p:cNvPr>
          <p:cNvSpPr/>
          <p:nvPr/>
        </p:nvSpPr>
        <p:spPr>
          <a:xfrm>
            <a:off x="4506287" y="1421882"/>
            <a:ext cx="3164004" cy="489468"/>
          </a:xfrm>
          <a:prstGeom prst="rect">
            <a:avLst/>
          </a:prstGeom>
          <a:solidFill>
            <a:srgbClr val="002060"/>
          </a:solidFill>
          <a:ln w="19050" cap="flat" cmpd="sng" algn="ctr">
            <a:noFill/>
            <a:prstDash val="solid"/>
            <a:miter lim="800000"/>
          </a:ln>
          <a:effectLst/>
        </p:spPr>
        <p:txBody>
          <a:bodyPr anchor="t">
            <a:normAutofit/>
          </a:bodyPr>
          <a:lstStyle>
            <a:lvl1pPr eaLnBrk="0" hangingPunct="0">
              <a:defRPr>
                <a:solidFill>
                  <a:sysClr val="windowText" lastClr="000000"/>
                </a:solidFill>
                <a:latin typeface="Arial" panose="020B0604020202020204" pitchFamily="34" charset="0"/>
              </a:defRPr>
            </a:lvl1pPr>
            <a:lvl2pPr marL="742950" indent="-285750" eaLnBrk="0" hangingPunct="0">
              <a:defRPr>
                <a:solidFill>
                  <a:sysClr val="windowText" lastClr="000000"/>
                </a:solidFill>
                <a:latin typeface="Arial" panose="020B0604020202020204" pitchFamily="34" charset="0"/>
              </a:defRPr>
            </a:lvl2pPr>
            <a:lvl3pPr marL="1143000" indent="-228600" eaLnBrk="0" hangingPunct="0">
              <a:defRPr>
                <a:solidFill>
                  <a:sysClr val="windowText" lastClr="000000"/>
                </a:solidFill>
                <a:latin typeface="Arial" panose="020B0604020202020204" pitchFamily="34" charset="0"/>
              </a:defRPr>
            </a:lvl3pPr>
            <a:lvl4pPr marL="1600200" indent="-228600" eaLnBrk="0" hangingPunct="0">
              <a:defRPr>
                <a:solidFill>
                  <a:sysClr val="windowText" lastClr="000000"/>
                </a:solidFill>
                <a:latin typeface="Arial" panose="020B0604020202020204" pitchFamily="34" charset="0"/>
              </a:defRPr>
            </a:lvl4pPr>
            <a:lvl5pPr marL="2057400" indent="-228600" eaLnBrk="0" hangingPunct="0">
              <a:defRPr>
                <a:solidFill>
                  <a:sysClr val="windowText" lastClr="000000"/>
                </a:solidFill>
                <a:latin typeface="Arial" panose="020B0604020202020204" pitchFamily="34" charset="0"/>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defRPr>
            </a:lvl9pPr>
          </a:lstStyle>
          <a:p>
            <a:pPr lvl="0" algn="ctr" fontAlgn="base">
              <a:lnSpc>
                <a:spcPct val="120000"/>
              </a:lnSpc>
              <a:spcBef>
                <a:spcPct val="0"/>
              </a:spcBef>
              <a:spcAft>
                <a:spcPct val="0"/>
              </a:spcAft>
              <a:defRPr/>
            </a:pPr>
            <a:r>
              <a:rPr lang="vi-VN" altLang="vi-VN" sz="2100" b="1" kern="0" dirty="0">
                <a:solidFill>
                  <a:sysClr val="window" lastClr="FFFFFF"/>
                </a:solidFill>
                <a:effectLst>
                  <a:outerShdw blurRad="38100" dist="38100" dir="2700000" algn="tl">
                    <a:srgbClr val="000000">
                      <a:alpha val="43137"/>
                    </a:srgbClr>
                  </a:outerShdw>
                </a:effectLst>
                <a:latin typeface="Noto Sans"/>
                <a:ea typeface="Noto Sans"/>
                <a:cs typeface="庞门正道标题体" charset="0"/>
                <a:sym typeface="庞门正道标题体" charset="0"/>
              </a:rPr>
              <a:t>CHỨC NĂNG CHÍNH</a:t>
            </a:r>
            <a:endParaRPr lang="en-US" altLang="zh-CN" sz="1400" b="1" kern="0" dirty="0">
              <a:solidFill>
                <a:sysClr val="window" lastClr="FFFFFF"/>
              </a:solidFill>
              <a:effectLst>
                <a:outerShdw blurRad="38100" dist="38100" dir="2700000" algn="tl">
                  <a:srgbClr val="000000">
                    <a:alpha val="43137"/>
                  </a:srgbClr>
                </a:outerShdw>
              </a:effectLst>
              <a:latin typeface="微软雅黑" panose="020B0503020204020204" charset="-122"/>
              <a:ea typeface="微软雅黑"/>
              <a:cs typeface="庞门正道标题体" charset="0"/>
              <a:sym typeface="庞门正道标题体" charset="0"/>
            </a:endParaRPr>
          </a:p>
        </p:txBody>
      </p:sp>
      <p:sp>
        <p:nvSpPr>
          <p:cNvPr id="23" name="矩形 16">
            <a:extLst>
              <a:ext uri="{FF2B5EF4-FFF2-40B4-BE49-F238E27FC236}">
                <a16:creationId xmlns:a16="http://schemas.microsoft.com/office/drawing/2014/main" id="{892E48FC-A59F-EE88-7747-E0F3C28E036B}"/>
              </a:ext>
            </a:extLst>
          </p:cNvPr>
          <p:cNvSpPr>
            <a:spLocks noChangeArrowheads="1"/>
          </p:cNvSpPr>
          <p:nvPr/>
        </p:nvSpPr>
        <p:spPr bwMode="auto">
          <a:xfrm>
            <a:off x="4723447" y="2420643"/>
            <a:ext cx="2745105" cy="476401"/>
          </a:xfrm>
          <a:prstGeom prst="rect">
            <a:avLst/>
          </a:prstGeom>
          <a:noFill/>
          <a:ln>
            <a:noFill/>
          </a:ln>
        </p:spPr>
        <p:txBody>
          <a:bodyPr wrap="square" lIns="91428" tIns="45714" rIns="91428" bIns="45714">
            <a:norm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defTabSz="866140">
              <a:lnSpc>
                <a:spcPct val="100000"/>
              </a:lnSpc>
              <a:defRPr/>
            </a:pPr>
            <a:r>
              <a:rPr lang="vi-VN" altLang="vi-VN" sz="1400" dirty="0">
                <a:solidFill>
                  <a:sysClr val="windowText" lastClr="000000">
                    <a:lumMod val="75000"/>
                  </a:sysClr>
                </a:solidFill>
                <a:latin typeface="Noto Sans"/>
                <a:ea typeface="Noto Sans"/>
                <a:cs typeface="庞门正道标题体" charset="0"/>
                <a:sym typeface="庞门正道标题体" charset="0"/>
              </a:rPr>
              <a:t>Quản lý sản phẩm, đơn hàng.</a:t>
            </a:r>
          </a:p>
        </p:txBody>
      </p:sp>
      <p:sp>
        <p:nvSpPr>
          <p:cNvPr id="24" name="矩形 14">
            <a:extLst>
              <a:ext uri="{FF2B5EF4-FFF2-40B4-BE49-F238E27FC236}">
                <a16:creationId xmlns:a16="http://schemas.microsoft.com/office/drawing/2014/main" id="{52AC9E9A-A677-1BD4-AD61-E7BC52058AEE}"/>
              </a:ext>
            </a:extLst>
          </p:cNvPr>
          <p:cNvSpPr>
            <a:spLocks noChangeArrowheads="1"/>
          </p:cNvSpPr>
          <p:nvPr/>
        </p:nvSpPr>
        <p:spPr bwMode="auto">
          <a:xfrm>
            <a:off x="4410932" y="2024415"/>
            <a:ext cx="2572656" cy="396228"/>
          </a:xfrm>
          <a:prstGeom prst="rect">
            <a:avLst/>
          </a:prstGeom>
          <a:noFill/>
          <a:ln>
            <a:noFill/>
          </a:ln>
        </p:spPr>
        <p:txBody>
          <a:bodyPr wrap="square" lIns="91428" tIns="45714" rIns="91428" bIns="45714">
            <a:no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marL="342900" indent="-342900" defTabSz="912495" eaLnBrk="0" fontAlgn="base" hangingPunct="0">
              <a:spcBef>
                <a:spcPct val="0"/>
              </a:spcBef>
              <a:spcAft>
                <a:spcPct val="0"/>
              </a:spcAft>
              <a:buFont typeface="Arial" panose="020B0604020202020204" pitchFamily="34" charset="0"/>
              <a:buChar char="•"/>
              <a:defRPr/>
            </a:pPr>
            <a:r>
              <a:rPr lang="vi-VN" altLang="vi-VN" sz="2000" b="1" dirty="0">
                <a:solidFill>
                  <a:sysClr val="windowText" lastClr="000000">
                    <a:lumMod val="85000"/>
                    <a:lumOff val="15000"/>
                  </a:sysClr>
                </a:solidFill>
                <a:latin typeface="Noto Sans"/>
                <a:ea typeface="Noto Sans"/>
                <a:cs typeface="庞门正道标题体" charset="0"/>
                <a:sym typeface="庞门正道标题体" charset="0"/>
              </a:rPr>
              <a:t>QUẢN LÝ</a:t>
            </a:r>
            <a:endParaRPr lang="zh-CN" altLang="en-US" sz="2000" b="1" kern="0" dirty="0">
              <a:solidFill>
                <a:sysClr val="windowText" lastClr="000000">
                  <a:lumMod val="85000"/>
                  <a:lumOff val="15000"/>
                </a:sysClr>
              </a:solidFill>
              <a:latin typeface="微软雅黑" panose="020B0503020204020204" charset="-122"/>
              <a:cs typeface="庞门正道标题体" charset="0"/>
              <a:sym typeface="庞门正道标题体" charset="0"/>
            </a:endParaRPr>
          </a:p>
        </p:txBody>
      </p:sp>
      <p:sp>
        <p:nvSpPr>
          <p:cNvPr id="25" name="矩形 16">
            <a:extLst>
              <a:ext uri="{FF2B5EF4-FFF2-40B4-BE49-F238E27FC236}">
                <a16:creationId xmlns:a16="http://schemas.microsoft.com/office/drawing/2014/main" id="{66CD4D89-C01B-AA87-A343-A21E199071D8}"/>
              </a:ext>
            </a:extLst>
          </p:cNvPr>
          <p:cNvSpPr>
            <a:spLocks noChangeArrowheads="1"/>
          </p:cNvSpPr>
          <p:nvPr/>
        </p:nvSpPr>
        <p:spPr bwMode="auto">
          <a:xfrm>
            <a:off x="4756394" y="3472300"/>
            <a:ext cx="2745105" cy="476401"/>
          </a:xfrm>
          <a:prstGeom prst="rect">
            <a:avLst/>
          </a:prstGeom>
          <a:noFill/>
          <a:ln>
            <a:noFill/>
          </a:ln>
        </p:spPr>
        <p:txBody>
          <a:bodyPr wrap="square" lIns="91428" tIns="45714" rIns="91428" bIns="45714">
            <a:no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defTabSz="866140">
              <a:lnSpc>
                <a:spcPct val="100000"/>
              </a:lnSpc>
              <a:defRPr/>
            </a:pPr>
            <a:r>
              <a:rPr lang="vi-VN" altLang="vi-VN" sz="1400" dirty="0">
                <a:solidFill>
                  <a:sysClr val="windowText" lastClr="000000">
                    <a:lumMod val="75000"/>
                  </a:sysClr>
                </a:solidFill>
                <a:latin typeface="Noto Sans"/>
                <a:ea typeface="Noto Sans"/>
                <a:cs typeface="庞门正道标题体" charset="0"/>
                <a:sym typeface="庞门正道标题体" charset="0"/>
              </a:rPr>
              <a:t>Tích hợp thanh toán, chatbot trả lời tự động.</a:t>
            </a:r>
          </a:p>
        </p:txBody>
      </p:sp>
      <p:sp>
        <p:nvSpPr>
          <p:cNvPr id="26" name="矩形 14">
            <a:extLst>
              <a:ext uri="{FF2B5EF4-FFF2-40B4-BE49-F238E27FC236}">
                <a16:creationId xmlns:a16="http://schemas.microsoft.com/office/drawing/2014/main" id="{4657EC61-07BE-A7A1-E279-441C7BD17F8E}"/>
              </a:ext>
            </a:extLst>
          </p:cNvPr>
          <p:cNvSpPr>
            <a:spLocks noChangeArrowheads="1"/>
          </p:cNvSpPr>
          <p:nvPr/>
        </p:nvSpPr>
        <p:spPr bwMode="auto">
          <a:xfrm>
            <a:off x="4410932" y="3106609"/>
            <a:ext cx="2572656" cy="439919"/>
          </a:xfrm>
          <a:prstGeom prst="rect">
            <a:avLst/>
          </a:prstGeom>
          <a:noFill/>
          <a:ln>
            <a:noFill/>
          </a:ln>
        </p:spPr>
        <p:txBody>
          <a:bodyPr wrap="square" lIns="91428" tIns="45714" rIns="91428" bIns="45714">
            <a:no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marL="342900" indent="-342900" defTabSz="912495" eaLnBrk="0" fontAlgn="base" hangingPunct="0">
              <a:spcBef>
                <a:spcPct val="0"/>
              </a:spcBef>
              <a:spcAft>
                <a:spcPct val="0"/>
              </a:spcAft>
              <a:buFont typeface="Arial" panose="020B0604020202020204" pitchFamily="34" charset="0"/>
              <a:buChar char="•"/>
              <a:defRPr/>
            </a:pPr>
            <a:r>
              <a:rPr lang="en-US" altLang="vi-VN" sz="2000" b="1" dirty="0">
                <a:solidFill>
                  <a:sysClr val="windowText" lastClr="000000">
                    <a:lumMod val="85000"/>
                    <a:lumOff val="15000"/>
                  </a:sysClr>
                </a:solidFill>
                <a:latin typeface="Noto Sans"/>
                <a:ea typeface="Noto Sans"/>
                <a:cs typeface="庞门正道标题体" charset="0"/>
                <a:sym typeface="庞门正道标题体" charset="0"/>
              </a:rPr>
              <a:t>TÍCH HỢP</a:t>
            </a:r>
          </a:p>
          <a:p>
            <a:pPr defTabSz="912495" eaLnBrk="0" fontAlgn="base" hangingPunct="0">
              <a:spcBef>
                <a:spcPct val="0"/>
              </a:spcBef>
              <a:spcAft>
                <a:spcPct val="0"/>
              </a:spcAft>
              <a:defRPr/>
            </a:pPr>
            <a:endParaRPr lang="zh-CN" altLang="en-US" sz="2000" b="1" kern="0" dirty="0">
              <a:solidFill>
                <a:sysClr val="windowText" lastClr="000000">
                  <a:lumMod val="85000"/>
                  <a:lumOff val="15000"/>
                </a:sysClr>
              </a:solidFill>
              <a:latin typeface="微软雅黑" panose="020B0503020204020204" charset="-122"/>
              <a:cs typeface="庞门正道标题体" charset="0"/>
              <a:sym typeface="庞门正道标题体" charset="0"/>
            </a:endParaRPr>
          </a:p>
        </p:txBody>
      </p:sp>
      <p:sp>
        <p:nvSpPr>
          <p:cNvPr id="31" name="矩形 16">
            <a:extLst>
              <a:ext uri="{FF2B5EF4-FFF2-40B4-BE49-F238E27FC236}">
                <a16:creationId xmlns:a16="http://schemas.microsoft.com/office/drawing/2014/main" id="{73DBE191-4743-1C09-6DBE-13F01B61EACC}"/>
              </a:ext>
            </a:extLst>
          </p:cNvPr>
          <p:cNvSpPr>
            <a:spLocks noChangeArrowheads="1"/>
          </p:cNvSpPr>
          <p:nvPr/>
        </p:nvSpPr>
        <p:spPr bwMode="auto">
          <a:xfrm>
            <a:off x="8592970" y="2417594"/>
            <a:ext cx="2745105" cy="476401"/>
          </a:xfrm>
          <a:prstGeom prst="rect">
            <a:avLst/>
          </a:prstGeom>
          <a:noFill/>
          <a:ln>
            <a:noFill/>
          </a:ln>
        </p:spPr>
        <p:txBody>
          <a:bodyPr wrap="square" lIns="91428" tIns="45714" rIns="91428" bIns="45714">
            <a:norm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defTabSz="866140">
              <a:lnSpc>
                <a:spcPct val="100000"/>
              </a:lnSpc>
              <a:defRPr/>
            </a:pPr>
            <a:r>
              <a:rPr lang="vi-VN" altLang="vi-VN" sz="1400" dirty="0">
                <a:solidFill>
                  <a:sysClr val="windowText" lastClr="000000">
                    <a:lumMod val="75000"/>
                  </a:sysClr>
                </a:solidFill>
                <a:latin typeface="Noto Sans"/>
                <a:ea typeface="Noto Sans"/>
                <a:cs typeface="庞门正道标题体" charset="0"/>
                <a:sym typeface="庞门正道标题体" charset="0"/>
              </a:rPr>
              <a:t>Cơ sở dữ liệu, xác thực</a:t>
            </a:r>
          </a:p>
        </p:txBody>
      </p:sp>
      <p:sp>
        <p:nvSpPr>
          <p:cNvPr id="32" name="矩形 14">
            <a:extLst>
              <a:ext uri="{FF2B5EF4-FFF2-40B4-BE49-F238E27FC236}">
                <a16:creationId xmlns:a16="http://schemas.microsoft.com/office/drawing/2014/main" id="{BDEC8078-1C39-6480-0C22-E47D2020CC82}"/>
              </a:ext>
            </a:extLst>
          </p:cNvPr>
          <p:cNvSpPr>
            <a:spLocks noChangeArrowheads="1"/>
          </p:cNvSpPr>
          <p:nvPr/>
        </p:nvSpPr>
        <p:spPr bwMode="auto">
          <a:xfrm>
            <a:off x="8280455" y="2021366"/>
            <a:ext cx="2572656" cy="396228"/>
          </a:xfrm>
          <a:prstGeom prst="rect">
            <a:avLst/>
          </a:prstGeom>
          <a:noFill/>
          <a:ln>
            <a:noFill/>
          </a:ln>
        </p:spPr>
        <p:txBody>
          <a:bodyPr wrap="square" lIns="91428" tIns="45714" rIns="91428" bIns="45714">
            <a:no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marL="342900" indent="-342900" defTabSz="912495" eaLnBrk="0" fontAlgn="base" hangingPunct="0">
              <a:spcBef>
                <a:spcPct val="0"/>
              </a:spcBef>
              <a:spcAft>
                <a:spcPct val="0"/>
              </a:spcAft>
              <a:buFont typeface="Arial" panose="020B0604020202020204" pitchFamily="34" charset="0"/>
              <a:buChar char="•"/>
              <a:defRPr/>
            </a:pPr>
            <a:r>
              <a:rPr lang="en-US" altLang="zh-CN" sz="2000" b="1" dirty="0" err="1">
                <a:solidFill>
                  <a:sysClr val="windowText" lastClr="000000">
                    <a:lumMod val="85000"/>
                    <a:lumOff val="15000"/>
                  </a:sysClr>
                </a:solidFill>
                <a:latin typeface="Noto Sans"/>
                <a:ea typeface="Noto Sans"/>
                <a:cs typeface="庞门正道标题体" charset="0"/>
                <a:sym typeface="庞门正道标题体" charset="0"/>
              </a:rPr>
              <a:t>Sql</a:t>
            </a:r>
            <a:r>
              <a:rPr lang="en-US" altLang="zh-CN" sz="2000" b="1" dirty="0">
                <a:solidFill>
                  <a:sysClr val="windowText" lastClr="000000">
                    <a:lumMod val="85000"/>
                    <a:lumOff val="15000"/>
                  </a:sysClr>
                </a:solidFill>
                <a:latin typeface="Noto Sans"/>
                <a:ea typeface="Noto Sans"/>
                <a:cs typeface="庞门正道标题体" charset="0"/>
                <a:sym typeface="庞门正道标题体" charset="0"/>
              </a:rPr>
              <a:t> server</a:t>
            </a:r>
            <a:endParaRPr lang="zh-CN" altLang="en-US" sz="2000" b="1" kern="0" dirty="0">
              <a:solidFill>
                <a:sysClr val="windowText" lastClr="000000">
                  <a:lumMod val="85000"/>
                  <a:lumOff val="15000"/>
                </a:sysClr>
              </a:solidFill>
              <a:latin typeface="微软雅黑" panose="020B0503020204020204" charset="-122"/>
              <a:cs typeface="庞门正道标题体" charset="0"/>
              <a:sym typeface="庞门正道标题体" charset="0"/>
            </a:endParaRPr>
          </a:p>
        </p:txBody>
      </p:sp>
      <p:sp>
        <p:nvSpPr>
          <p:cNvPr id="35" name="矩形 16">
            <a:extLst>
              <a:ext uri="{FF2B5EF4-FFF2-40B4-BE49-F238E27FC236}">
                <a16:creationId xmlns:a16="http://schemas.microsoft.com/office/drawing/2014/main" id="{514E7154-AA71-F816-E568-18FF8D3EB175}"/>
              </a:ext>
            </a:extLst>
          </p:cNvPr>
          <p:cNvSpPr>
            <a:spLocks noChangeArrowheads="1"/>
          </p:cNvSpPr>
          <p:nvPr/>
        </p:nvSpPr>
        <p:spPr bwMode="auto">
          <a:xfrm>
            <a:off x="8646797" y="3688899"/>
            <a:ext cx="2562860" cy="640068"/>
          </a:xfrm>
          <a:prstGeom prst="rect">
            <a:avLst/>
          </a:prstGeom>
          <a:noFill/>
          <a:ln>
            <a:noFill/>
          </a:ln>
        </p:spPr>
        <p:txBody>
          <a:bodyPr wrap="square" lIns="91428" tIns="45714" rIns="91428" bIns="45714">
            <a:norm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defTabSz="866140">
              <a:lnSpc>
                <a:spcPct val="100000"/>
              </a:lnSpc>
              <a:defRPr/>
            </a:pPr>
            <a:r>
              <a:rPr lang="en-US" altLang="vi-VN" sz="1400" dirty="0" err="1">
                <a:solidFill>
                  <a:sysClr val="windowText" lastClr="000000">
                    <a:lumMod val="75000"/>
                  </a:sysClr>
                </a:solidFill>
                <a:latin typeface="Noto Sans"/>
                <a:ea typeface="Noto Sans"/>
                <a:cs typeface="庞门正道标题体" charset="0"/>
                <a:sym typeface="庞门正道标题体" charset="0"/>
              </a:rPr>
              <a:t>Môi</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trường</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phát</a:t>
            </a:r>
            <a:r>
              <a:rPr lang="en-US" altLang="vi-VN" sz="1400" dirty="0">
                <a:solidFill>
                  <a:sysClr val="windowText" lastClr="000000">
                    <a:lumMod val="75000"/>
                  </a:sysClr>
                </a:solidFill>
                <a:latin typeface="Noto Sans"/>
                <a:ea typeface="Noto Sans"/>
                <a:cs typeface="庞门正道标题体" charset="0"/>
                <a:sym typeface="庞门正道标题体" charset="0"/>
              </a:rPr>
              <a:t> </a:t>
            </a:r>
            <a:r>
              <a:rPr lang="en-US" altLang="vi-VN" sz="1400" dirty="0" err="1">
                <a:solidFill>
                  <a:sysClr val="windowText" lastClr="000000">
                    <a:lumMod val="75000"/>
                  </a:sysClr>
                </a:solidFill>
                <a:latin typeface="Noto Sans"/>
                <a:ea typeface="Noto Sans"/>
                <a:cs typeface="庞门正道标题体" charset="0"/>
                <a:sym typeface="庞门正道标题体" charset="0"/>
              </a:rPr>
              <a:t>triển</a:t>
            </a:r>
            <a:r>
              <a:rPr lang="vi-VN" altLang="vi-VN" sz="1400" dirty="0">
                <a:solidFill>
                  <a:sysClr val="windowText" lastClr="000000">
                    <a:lumMod val="75000"/>
                  </a:sysClr>
                </a:solidFill>
                <a:latin typeface="Noto Sans"/>
                <a:ea typeface="Noto Sans"/>
                <a:cs typeface="庞门正道标题体" charset="0"/>
                <a:sym typeface="庞门正道标题体" charset="0"/>
              </a:rPr>
              <a:t>.</a:t>
            </a:r>
          </a:p>
        </p:txBody>
      </p:sp>
      <p:sp>
        <p:nvSpPr>
          <p:cNvPr id="36" name="矩形 14">
            <a:extLst>
              <a:ext uri="{FF2B5EF4-FFF2-40B4-BE49-F238E27FC236}">
                <a16:creationId xmlns:a16="http://schemas.microsoft.com/office/drawing/2014/main" id="{2389B78B-3C55-6EB3-B39F-077B9E4EA258}"/>
              </a:ext>
            </a:extLst>
          </p:cNvPr>
          <p:cNvSpPr>
            <a:spLocks noChangeArrowheads="1"/>
          </p:cNvSpPr>
          <p:nvPr/>
        </p:nvSpPr>
        <p:spPr bwMode="auto">
          <a:xfrm>
            <a:off x="8280455" y="3011857"/>
            <a:ext cx="3573583" cy="396228"/>
          </a:xfrm>
          <a:prstGeom prst="rect">
            <a:avLst/>
          </a:prstGeom>
          <a:noFill/>
          <a:ln>
            <a:noFill/>
          </a:ln>
        </p:spPr>
        <p:txBody>
          <a:bodyPr wrap="square" lIns="91428" tIns="45714" rIns="91428" bIns="45714">
            <a:no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marL="342900" indent="-342900" defTabSz="912495" eaLnBrk="0" fontAlgn="base" hangingPunct="0">
              <a:spcBef>
                <a:spcPct val="0"/>
              </a:spcBef>
              <a:spcAft>
                <a:spcPct val="0"/>
              </a:spcAft>
              <a:buFont typeface="Arial" panose="020B0604020202020204" pitchFamily="34" charset="0"/>
              <a:buChar char="•"/>
              <a:defRPr/>
            </a:pPr>
            <a:r>
              <a:rPr lang="en-US" altLang="zh-CN" sz="1900" b="1" kern="0" dirty="0">
                <a:solidFill>
                  <a:sysClr val="windowText" lastClr="000000">
                    <a:lumMod val="85000"/>
                    <a:lumOff val="15000"/>
                  </a:sysClr>
                </a:solidFill>
                <a:latin typeface="微软雅黑" panose="020B0503020204020204" charset="-122"/>
                <a:cs typeface="庞门正道标题体" charset="0"/>
                <a:sym typeface="庞门正道标题体" charset="0"/>
              </a:rPr>
              <a:t>Microsoft Visual Studio </a:t>
            </a:r>
            <a:r>
              <a:rPr lang="en-US" altLang="zh-CN" sz="1900" b="1" kern="0" dirty="0" err="1">
                <a:solidFill>
                  <a:sysClr val="windowText" lastClr="000000">
                    <a:lumMod val="85000"/>
                    <a:lumOff val="15000"/>
                  </a:sysClr>
                </a:solidFill>
                <a:latin typeface="微软雅黑" panose="020B0503020204020204" charset="-122"/>
                <a:cs typeface="庞门正道标题体" charset="0"/>
                <a:sym typeface="庞门正道标题体" charset="0"/>
              </a:rPr>
              <a:t>và</a:t>
            </a:r>
            <a:r>
              <a:rPr lang="en-US" altLang="zh-CN" sz="1900" b="1" kern="0" dirty="0">
                <a:solidFill>
                  <a:sysClr val="windowText" lastClr="000000">
                    <a:lumMod val="85000"/>
                    <a:lumOff val="15000"/>
                  </a:sysClr>
                </a:solidFill>
                <a:latin typeface="微软雅黑" panose="020B0503020204020204" charset="-122"/>
                <a:cs typeface="庞门正道标题体" charset="0"/>
                <a:sym typeface="庞门正道标题体" charset="0"/>
              </a:rPr>
              <a:t> Visual Studio Code</a:t>
            </a:r>
            <a:endParaRPr lang="zh-CN" altLang="en-US" sz="1900" b="1" kern="0" dirty="0">
              <a:solidFill>
                <a:sysClr val="windowText" lastClr="000000">
                  <a:lumMod val="85000"/>
                  <a:lumOff val="15000"/>
                </a:sysClr>
              </a:solidFill>
              <a:latin typeface="微软雅黑" panose="020B0503020204020204" charset="-122"/>
              <a:cs typeface="庞门正道标题体" charset="0"/>
              <a:sym typeface="庞门正道标题体" charset="0"/>
            </a:endParaRPr>
          </a:p>
        </p:txBody>
      </p:sp>
      <p:sp>
        <p:nvSpPr>
          <p:cNvPr id="37" name="11 Rectángulo">
            <a:extLst>
              <a:ext uri="{FF2B5EF4-FFF2-40B4-BE49-F238E27FC236}">
                <a16:creationId xmlns:a16="http://schemas.microsoft.com/office/drawing/2014/main" id="{3145FBD0-FFCA-0A36-F242-B4D0973531A4}"/>
              </a:ext>
            </a:extLst>
          </p:cNvPr>
          <p:cNvSpPr/>
          <p:nvPr/>
        </p:nvSpPr>
        <p:spPr>
          <a:xfrm>
            <a:off x="8305398" y="1421241"/>
            <a:ext cx="3164004" cy="489468"/>
          </a:xfrm>
          <a:prstGeom prst="rect">
            <a:avLst/>
          </a:prstGeom>
          <a:solidFill>
            <a:srgbClr val="5685B6"/>
          </a:solidFill>
          <a:ln w="19050" cap="flat" cmpd="sng" algn="ctr">
            <a:noFill/>
            <a:prstDash val="solid"/>
            <a:miter lim="800000"/>
          </a:ln>
          <a:effectLst/>
        </p:spPr>
        <p:txBody>
          <a:bodyPr anchor="t">
            <a:normAutofit/>
          </a:bodyPr>
          <a:lstStyle>
            <a:lvl1pPr eaLnBrk="0" hangingPunct="0">
              <a:defRPr>
                <a:solidFill>
                  <a:sysClr val="windowText" lastClr="000000"/>
                </a:solidFill>
                <a:latin typeface="Arial" panose="020B0604020202020204" pitchFamily="34" charset="0"/>
              </a:defRPr>
            </a:lvl1pPr>
            <a:lvl2pPr marL="742950" indent="-285750" eaLnBrk="0" hangingPunct="0">
              <a:defRPr>
                <a:solidFill>
                  <a:sysClr val="windowText" lastClr="000000"/>
                </a:solidFill>
                <a:latin typeface="Arial" panose="020B0604020202020204" pitchFamily="34" charset="0"/>
              </a:defRPr>
            </a:lvl2pPr>
            <a:lvl3pPr marL="1143000" indent="-228600" eaLnBrk="0" hangingPunct="0">
              <a:defRPr>
                <a:solidFill>
                  <a:sysClr val="windowText" lastClr="000000"/>
                </a:solidFill>
                <a:latin typeface="Arial" panose="020B0604020202020204" pitchFamily="34" charset="0"/>
              </a:defRPr>
            </a:lvl3pPr>
            <a:lvl4pPr marL="1600200" indent="-228600" eaLnBrk="0" hangingPunct="0">
              <a:defRPr>
                <a:solidFill>
                  <a:sysClr val="windowText" lastClr="000000"/>
                </a:solidFill>
                <a:latin typeface="Arial" panose="020B0604020202020204" pitchFamily="34" charset="0"/>
              </a:defRPr>
            </a:lvl4pPr>
            <a:lvl5pPr marL="2057400" indent="-228600" eaLnBrk="0" hangingPunct="0">
              <a:defRPr>
                <a:solidFill>
                  <a:sysClr val="windowText" lastClr="000000"/>
                </a:solidFill>
                <a:latin typeface="Arial" panose="020B0604020202020204" pitchFamily="34" charset="0"/>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defRPr>
            </a:lvl9pPr>
          </a:lstStyle>
          <a:p>
            <a:pPr lvl="0" algn="ctr" fontAlgn="base">
              <a:lnSpc>
                <a:spcPct val="120000"/>
              </a:lnSpc>
              <a:spcBef>
                <a:spcPct val="0"/>
              </a:spcBef>
              <a:spcAft>
                <a:spcPct val="0"/>
              </a:spcAft>
              <a:defRPr/>
            </a:pPr>
            <a:r>
              <a:rPr lang="vi-VN" altLang="zh-CN" sz="2100" b="1" kern="0" dirty="0">
                <a:solidFill>
                  <a:sysClr val="window" lastClr="FFFFFF"/>
                </a:solidFill>
                <a:effectLst>
                  <a:outerShdw blurRad="38100" dist="38100" dir="2700000" algn="tl">
                    <a:srgbClr val="000000">
                      <a:alpha val="43137"/>
                    </a:srgbClr>
                  </a:outerShdw>
                </a:effectLst>
                <a:latin typeface="Noto Sans"/>
                <a:ea typeface="Noto Sans"/>
                <a:cs typeface="庞门正道标题体" charset="0"/>
                <a:sym typeface="庞门正道标题体" charset="0"/>
              </a:rPr>
              <a:t>CÔNG NGHỆ</a:t>
            </a:r>
            <a:endParaRPr lang="en-US" altLang="zh-CN" sz="1400" b="1" kern="0" dirty="0">
              <a:solidFill>
                <a:sysClr val="window" lastClr="FFFFFF"/>
              </a:solidFill>
              <a:effectLst>
                <a:outerShdw blurRad="38100" dist="38100" dir="2700000" algn="tl">
                  <a:srgbClr val="000000">
                    <a:alpha val="43137"/>
                  </a:srgbClr>
                </a:outerShdw>
              </a:effectLst>
              <a:latin typeface="微软雅黑" panose="020B0503020204020204" charset="-122"/>
              <a:ea typeface="微软雅黑"/>
              <a:cs typeface="庞门正道标题体" charset="0"/>
              <a:sym typeface="庞门正道标题体" charset="0"/>
            </a:endParaRPr>
          </a:p>
        </p:txBody>
      </p:sp>
      <p:sp>
        <p:nvSpPr>
          <p:cNvPr id="2" name="矩形 16">
            <a:extLst>
              <a:ext uri="{FF2B5EF4-FFF2-40B4-BE49-F238E27FC236}">
                <a16:creationId xmlns:a16="http://schemas.microsoft.com/office/drawing/2014/main" id="{7AA41E87-2A06-08A4-B0D8-AAA118A7F4D6}"/>
              </a:ext>
            </a:extLst>
          </p:cNvPr>
          <p:cNvSpPr>
            <a:spLocks noChangeArrowheads="1"/>
          </p:cNvSpPr>
          <p:nvPr/>
        </p:nvSpPr>
        <p:spPr bwMode="auto">
          <a:xfrm>
            <a:off x="8592970" y="5116725"/>
            <a:ext cx="2562860" cy="640068"/>
          </a:xfrm>
          <a:prstGeom prst="rect">
            <a:avLst/>
          </a:prstGeom>
          <a:noFill/>
          <a:ln>
            <a:noFill/>
          </a:ln>
        </p:spPr>
        <p:txBody>
          <a:bodyPr wrap="square" lIns="91428" tIns="45714" rIns="91428" bIns="45714">
            <a:norm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defTabSz="866140">
              <a:lnSpc>
                <a:spcPct val="100000"/>
              </a:lnSpc>
              <a:defRPr/>
            </a:pPr>
            <a:r>
              <a:rPr lang="vi-VN" altLang="vi-VN" sz="1400" dirty="0">
                <a:solidFill>
                  <a:sysClr val="windowText" lastClr="000000">
                    <a:lumMod val="75000"/>
                  </a:sysClr>
                </a:solidFill>
                <a:latin typeface="Noto Sans"/>
                <a:ea typeface="Noto Sans"/>
                <a:cs typeface="庞门正道标题体" charset="0"/>
                <a:sym typeface="庞门正道标题体" charset="0"/>
              </a:rPr>
              <a:t>Phá</a:t>
            </a:r>
            <a:r>
              <a:rPr lang="en-US" altLang="vi-VN" sz="1400" dirty="0">
                <a:solidFill>
                  <a:sysClr val="windowText" lastClr="000000">
                    <a:lumMod val="75000"/>
                  </a:sysClr>
                </a:solidFill>
                <a:latin typeface="Noto Sans"/>
                <a:ea typeface="Noto Sans"/>
                <a:cs typeface="庞门正道标题体" charset="0"/>
                <a:sym typeface="庞门正道标题体" charset="0"/>
              </a:rPr>
              <a:t>t</a:t>
            </a:r>
            <a:r>
              <a:rPr lang="vi-VN" altLang="vi-VN" sz="1400" dirty="0">
                <a:solidFill>
                  <a:sysClr val="windowText" lastClr="000000">
                    <a:lumMod val="75000"/>
                  </a:sysClr>
                </a:solidFill>
                <a:latin typeface="Noto Sans"/>
                <a:ea typeface="Noto Sans"/>
                <a:cs typeface="庞门正道标题体" charset="0"/>
                <a:sym typeface="庞门正道标题体" charset="0"/>
              </a:rPr>
              <a:t> triển hệ thống quản lý</a:t>
            </a:r>
          </a:p>
        </p:txBody>
      </p:sp>
      <p:sp>
        <p:nvSpPr>
          <p:cNvPr id="3" name="矩形 14">
            <a:extLst>
              <a:ext uri="{FF2B5EF4-FFF2-40B4-BE49-F238E27FC236}">
                <a16:creationId xmlns:a16="http://schemas.microsoft.com/office/drawing/2014/main" id="{DFF9CD22-D3F2-E024-C509-C571383CFEA4}"/>
              </a:ext>
            </a:extLst>
          </p:cNvPr>
          <p:cNvSpPr>
            <a:spLocks noChangeArrowheads="1"/>
          </p:cNvSpPr>
          <p:nvPr/>
        </p:nvSpPr>
        <p:spPr bwMode="auto">
          <a:xfrm>
            <a:off x="8280455" y="4364280"/>
            <a:ext cx="3164003" cy="491001"/>
          </a:xfrm>
          <a:prstGeom prst="rect">
            <a:avLst/>
          </a:prstGeom>
          <a:noFill/>
          <a:ln>
            <a:noFill/>
          </a:ln>
        </p:spPr>
        <p:txBody>
          <a:bodyPr wrap="square" lIns="91428" tIns="45714" rIns="91428" bIns="45714">
            <a:noAutofit/>
          </a:bodyPr>
          <a:lstStyle>
            <a:lvl1pPr>
              <a:defRPr>
                <a:solidFill>
                  <a:sysClr val="windowText" lastClr="000000"/>
                </a:solidFill>
                <a:latin typeface="Calibri" panose="020F0502020204030204" pitchFamily="34" charset="0"/>
                <a:ea typeface="微软雅黑"/>
              </a:defRPr>
            </a:lvl1pPr>
            <a:lvl2pPr marL="742950" indent="-285750">
              <a:defRPr>
                <a:solidFill>
                  <a:sysClr val="windowText" lastClr="000000"/>
                </a:solidFill>
                <a:latin typeface="Calibri" panose="020F0502020204030204" pitchFamily="34" charset="0"/>
                <a:ea typeface="微软雅黑"/>
              </a:defRPr>
            </a:lvl2pPr>
            <a:lvl3pPr marL="1143000" indent="-228600">
              <a:defRPr>
                <a:solidFill>
                  <a:sysClr val="windowText" lastClr="000000"/>
                </a:solidFill>
                <a:latin typeface="Calibri" panose="020F0502020204030204" pitchFamily="34" charset="0"/>
                <a:ea typeface="微软雅黑"/>
              </a:defRPr>
            </a:lvl3pPr>
            <a:lvl4pPr marL="1600200" indent="-228600">
              <a:defRPr>
                <a:solidFill>
                  <a:sysClr val="windowText" lastClr="000000"/>
                </a:solidFill>
                <a:latin typeface="Calibri" panose="020F0502020204030204" pitchFamily="34" charset="0"/>
                <a:ea typeface="微软雅黑"/>
              </a:defRPr>
            </a:lvl4pPr>
            <a:lvl5pPr marL="2057400" indent="-228600">
              <a:defRPr>
                <a:solidFill>
                  <a:sysClr val="windowText" lastClr="000000"/>
                </a:solidFill>
                <a:latin typeface="Calibri" panose="020F0502020204030204" pitchFamily="34" charset="0"/>
                <a:ea typeface="微软雅黑"/>
              </a:defRPr>
            </a:lvl5pPr>
            <a:lvl6pPr marL="25146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6pPr>
            <a:lvl7pPr marL="29718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7pPr>
            <a:lvl8pPr marL="34290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8pPr>
            <a:lvl9pPr marL="3886200" indent="-228600" eaLnBrk="0" fontAlgn="base" hangingPunct="0">
              <a:spcBef>
                <a:spcPct val="0"/>
              </a:spcBef>
              <a:spcAft>
                <a:spcPct val="0"/>
              </a:spcAft>
              <a:defRPr>
                <a:solidFill>
                  <a:sysClr val="windowText" lastClr="000000"/>
                </a:solidFill>
                <a:latin typeface="Calibri" panose="020F0502020204030204" pitchFamily="34" charset="0"/>
                <a:ea typeface="微软雅黑"/>
              </a:defRPr>
            </a:lvl9pPr>
          </a:lstStyle>
          <a:p>
            <a:pPr marL="342900" indent="-342900" defTabSz="912495" eaLnBrk="0" fontAlgn="base" hangingPunct="0">
              <a:spcBef>
                <a:spcPct val="0"/>
              </a:spcBef>
              <a:spcAft>
                <a:spcPct val="0"/>
              </a:spcAft>
              <a:buFont typeface="Arial" panose="020B0604020202020204" pitchFamily="34" charset="0"/>
              <a:buChar char="•"/>
              <a:defRPr/>
            </a:pPr>
            <a:r>
              <a:rPr lang="en-US" altLang="zh-CN" sz="1900" b="1" kern="0" dirty="0">
                <a:solidFill>
                  <a:sysClr val="windowText" lastClr="000000">
                    <a:lumMod val="85000"/>
                    <a:lumOff val="15000"/>
                  </a:sysClr>
                </a:solidFill>
                <a:latin typeface="微软雅黑" panose="020B0503020204020204" charset="-122"/>
                <a:cs typeface="庞门正道标题体" charset="0"/>
                <a:sym typeface="庞门正道标题体" charset="0"/>
              </a:rPr>
              <a:t>Asp.net MVC + Asp.net Identity</a:t>
            </a:r>
            <a:endParaRPr lang="zh-CN" altLang="en-US" sz="1900" b="1" kern="0" dirty="0">
              <a:solidFill>
                <a:sysClr val="windowText" lastClr="000000">
                  <a:lumMod val="85000"/>
                  <a:lumOff val="15000"/>
                </a:sysClr>
              </a:solidFill>
              <a:latin typeface="微软雅黑" panose="020B0503020204020204" charset="-122"/>
              <a:cs typeface="庞门正道标题体" charset="0"/>
              <a:sym typeface="庞门正道标题体" charset="0"/>
            </a:endParaRPr>
          </a:p>
        </p:txBody>
      </p:sp>
      <p:sp>
        <p:nvSpPr>
          <p:cNvPr id="4" name="Slide Number Placeholder 3">
            <a:extLst>
              <a:ext uri="{FF2B5EF4-FFF2-40B4-BE49-F238E27FC236}">
                <a16:creationId xmlns:a16="http://schemas.microsoft.com/office/drawing/2014/main" id="{712F0C20-336D-464A-B36C-40476149B2F2}"/>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7</a:t>
            </a:fld>
            <a:endParaRPr lang="zh-CN" altLang="en-US" sz="2435"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824"/>
                                        </p:tgtEl>
                                        <p:attrNameLst>
                                          <p:attrName>style.visibility</p:attrName>
                                        </p:attrNameLst>
                                      </p:cBhvr>
                                      <p:to>
                                        <p:strVal val="visible"/>
                                      </p:to>
                                    </p:set>
                                    <p:animEffect transition="in" filter="randombar(horizontal)">
                                      <p:cBhvr>
                                        <p:cTn id="7" dur="500"/>
                                        <p:tgtEl>
                                          <p:spTgt spid="2824"/>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821"/>
                                        </p:tgtEl>
                                        <p:attrNameLst>
                                          <p:attrName>style.visibility</p:attrName>
                                        </p:attrNameLst>
                                      </p:cBhvr>
                                      <p:to>
                                        <p:strVal val="visible"/>
                                      </p:to>
                                    </p:set>
                                    <p:animEffect transition="in" filter="wipe(up)">
                                      <p:cBhvr>
                                        <p:cTn id="11" dur="500"/>
                                        <p:tgtEl>
                                          <p:spTgt spid="2821"/>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2822"/>
                                        </p:tgtEl>
                                        <p:attrNameLst>
                                          <p:attrName>style.visibility</p:attrName>
                                        </p:attrNameLst>
                                      </p:cBhvr>
                                      <p:to>
                                        <p:strVal val="visible"/>
                                      </p:to>
                                    </p:set>
                                    <p:animEffect transition="in" filter="wipe(up)">
                                      <p:cBhvr>
                                        <p:cTn id="15" dur="500"/>
                                        <p:tgtEl>
                                          <p:spTgt spid="2822"/>
                                        </p:tgtEl>
                                      </p:cBhvr>
                                    </p:animEffect>
                                  </p:childTnLst>
                                </p:cTn>
                              </p:par>
                            </p:childTnLst>
                          </p:cTn>
                        </p:par>
                        <p:par>
                          <p:cTn id="16" fill="hold" nodeType="afterGroup">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childTnLst>
                          </p:cTn>
                        </p:par>
                        <p:par>
                          <p:cTn id="22" fill="hold" nodeType="afterGroup">
                            <p:stCondLst>
                              <p:cond delay="2500"/>
                            </p:stCondLst>
                            <p:childTnLst>
                              <p:par>
                                <p:cTn id="23" presetID="22" presetClass="entr" presetSubtype="1" fill="hold" grpId="0" nodeType="after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up)">
                                      <p:cBhvr>
                                        <p:cTn id="25" dur="500"/>
                                        <p:tgtEl>
                                          <p:spTgt spid="17"/>
                                        </p:tgtEl>
                                      </p:cBhvr>
                                    </p:animEffect>
                                  </p:childTnLst>
                                </p:cTn>
                              </p:par>
                              <p:par>
                                <p:cTn id="26" presetID="16" presetClass="entr" presetSubtype="37"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barn(outVertical)">
                                      <p:cBhvr>
                                        <p:cTn id="28" dur="500"/>
                                        <p:tgtEl>
                                          <p:spTgt spid="5"/>
                                        </p:tgtEl>
                                      </p:cBhvr>
                                    </p:animEffect>
                                  </p:childTnLst>
                                </p:cTn>
                              </p:par>
                            </p:childTnLst>
                          </p:cTn>
                        </p:par>
                        <p:par>
                          <p:cTn id="29" fill="hold">
                            <p:stCondLst>
                              <p:cond delay="3000"/>
                            </p:stCondLst>
                            <p:childTnLst>
                              <p:par>
                                <p:cTn id="30" presetID="42" presetClass="entr" presetSubtype="0" fill="hold" grpId="0"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childTnLst>
                          </p:cTn>
                        </p:par>
                        <p:par>
                          <p:cTn id="35" fill="hold">
                            <p:stCondLst>
                              <p:cond delay="4000"/>
                            </p:stCondLst>
                            <p:childTnLst>
                              <p:par>
                                <p:cTn id="36" presetID="22" presetClass="entr" presetSubtype="1" fill="hold" grpId="0" nodeType="after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up)">
                                      <p:cBhvr>
                                        <p:cTn id="38" dur="500"/>
                                        <p:tgtEl>
                                          <p:spTgt spid="6"/>
                                        </p:tgtEl>
                                      </p:cBhvr>
                                    </p:animEffect>
                                  </p:childTnLst>
                                </p:cTn>
                              </p:par>
                            </p:childTnLst>
                          </p:cTn>
                        </p:par>
                        <p:par>
                          <p:cTn id="39" fill="hold">
                            <p:stCondLst>
                              <p:cond delay="4500"/>
                            </p:stCondLst>
                            <p:childTnLst>
                              <p:par>
                                <p:cTn id="40" presetID="42" presetClass="entr" presetSubtype="0" fill="hold" grpId="0" nodeType="after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par>
                          <p:cTn id="45" fill="hold">
                            <p:stCondLst>
                              <p:cond delay="5500"/>
                            </p:stCondLst>
                            <p:childTnLst>
                              <p:par>
                                <p:cTn id="46" presetID="22" presetClass="entr" presetSubtype="1"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up)">
                                      <p:cBhvr>
                                        <p:cTn id="48" dur="500"/>
                                        <p:tgtEl>
                                          <p:spTgt spid="8"/>
                                        </p:tgtEl>
                                      </p:cBhvr>
                                    </p:animEffect>
                                  </p:childTnLst>
                                </p:cTn>
                              </p:par>
                            </p:childTnLst>
                          </p:cTn>
                        </p:par>
                        <p:par>
                          <p:cTn id="49" fill="hold">
                            <p:stCondLst>
                              <p:cond delay="6000"/>
                            </p:stCondLst>
                            <p:childTnLst>
                              <p:par>
                                <p:cTn id="50" presetID="14" presetClass="entr" presetSubtype="10"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randombar(horizontal)">
                                      <p:cBhvr>
                                        <p:cTn id="52" dur="500"/>
                                        <p:tgtEl>
                                          <p:spTgt spid="14"/>
                                        </p:tgtEl>
                                      </p:cBhvr>
                                    </p:animEffect>
                                  </p:childTnLst>
                                </p:cTn>
                              </p:par>
                            </p:childTnLst>
                          </p:cTn>
                        </p:par>
                        <p:par>
                          <p:cTn id="53" fill="hold">
                            <p:stCondLst>
                              <p:cond delay="6500"/>
                            </p:stCondLst>
                            <p:childTnLst>
                              <p:par>
                                <p:cTn id="54" presetID="42" presetClass="entr" presetSubtype="0" fill="hold" grpId="0" nodeType="after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1000"/>
                                        <p:tgtEl>
                                          <p:spTgt spid="24"/>
                                        </p:tgtEl>
                                      </p:cBhvr>
                                    </p:animEffect>
                                    <p:anim calcmode="lin" valueType="num">
                                      <p:cBhvr>
                                        <p:cTn id="57" dur="1000" fill="hold"/>
                                        <p:tgtEl>
                                          <p:spTgt spid="24"/>
                                        </p:tgtEl>
                                        <p:attrNameLst>
                                          <p:attrName>ppt_x</p:attrName>
                                        </p:attrNameLst>
                                      </p:cBhvr>
                                      <p:tavLst>
                                        <p:tav tm="0">
                                          <p:val>
                                            <p:strVal val="#ppt_x"/>
                                          </p:val>
                                        </p:tav>
                                        <p:tav tm="100000">
                                          <p:val>
                                            <p:strVal val="#ppt_x"/>
                                          </p:val>
                                        </p:tav>
                                      </p:tavLst>
                                    </p:anim>
                                    <p:anim calcmode="lin" valueType="num">
                                      <p:cBhvr>
                                        <p:cTn id="58" dur="1000" fill="hold"/>
                                        <p:tgtEl>
                                          <p:spTgt spid="24"/>
                                        </p:tgtEl>
                                        <p:attrNameLst>
                                          <p:attrName>ppt_y</p:attrName>
                                        </p:attrNameLst>
                                      </p:cBhvr>
                                      <p:tavLst>
                                        <p:tav tm="0">
                                          <p:val>
                                            <p:strVal val="#ppt_y+.1"/>
                                          </p:val>
                                        </p:tav>
                                        <p:tav tm="100000">
                                          <p:val>
                                            <p:strVal val="#ppt_y"/>
                                          </p:val>
                                        </p:tav>
                                      </p:tavLst>
                                    </p:anim>
                                  </p:childTnLst>
                                </p:cTn>
                              </p:par>
                            </p:childTnLst>
                          </p:cTn>
                        </p:par>
                        <p:par>
                          <p:cTn id="59" fill="hold">
                            <p:stCondLst>
                              <p:cond delay="7500"/>
                            </p:stCondLst>
                            <p:childTnLst>
                              <p:par>
                                <p:cTn id="60" presetID="22" presetClass="entr" presetSubtype="1" fill="hold" grpId="0" nodeType="after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up)">
                                      <p:cBhvr>
                                        <p:cTn id="62" dur="500"/>
                                        <p:tgtEl>
                                          <p:spTgt spid="23"/>
                                        </p:tgtEl>
                                      </p:cBhvr>
                                    </p:animEffect>
                                  </p:childTnLst>
                                </p:cTn>
                              </p:par>
                            </p:childTnLst>
                          </p:cTn>
                        </p:par>
                        <p:par>
                          <p:cTn id="63" fill="hold">
                            <p:stCondLst>
                              <p:cond delay="8000"/>
                            </p:stCondLst>
                            <p:childTnLst>
                              <p:par>
                                <p:cTn id="64" presetID="42" presetClass="entr" presetSubtype="0" fill="hold" grpId="0" nodeType="after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1000"/>
                                        <p:tgtEl>
                                          <p:spTgt spid="26"/>
                                        </p:tgtEl>
                                      </p:cBhvr>
                                    </p:animEffect>
                                    <p:anim calcmode="lin" valueType="num">
                                      <p:cBhvr>
                                        <p:cTn id="67" dur="1000" fill="hold"/>
                                        <p:tgtEl>
                                          <p:spTgt spid="26"/>
                                        </p:tgtEl>
                                        <p:attrNameLst>
                                          <p:attrName>ppt_x</p:attrName>
                                        </p:attrNameLst>
                                      </p:cBhvr>
                                      <p:tavLst>
                                        <p:tav tm="0">
                                          <p:val>
                                            <p:strVal val="#ppt_x"/>
                                          </p:val>
                                        </p:tav>
                                        <p:tav tm="100000">
                                          <p:val>
                                            <p:strVal val="#ppt_x"/>
                                          </p:val>
                                        </p:tav>
                                      </p:tavLst>
                                    </p:anim>
                                    <p:anim calcmode="lin" valueType="num">
                                      <p:cBhvr>
                                        <p:cTn id="68" dur="1000" fill="hold"/>
                                        <p:tgtEl>
                                          <p:spTgt spid="26"/>
                                        </p:tgtEl>
                                        <p:attrNameLst>
                                          <p:attrName>ppt_y</p:attrName>
                                        </p:attrNameLst>
                                      </p:cBhvr>
                                      <p:tavLst>
                                        <p:tav tm="0">
                                          <p:val>
                                            <p:strVal val="#ppt_y+.1"/>
                                          </p:val>
                                        </p:tav>
                                        <p:tav tm="100000">
                                          <p:val>
                                            <p:strVal val="#ppt_y"/>
                                          </p:val>
                                        </p:tav>
                                      </p:tavLst>
                                    </p:anim>
                                  </p:childTnLst>
                                </p:cTn>
                              </p:par>
                            </p:childTnLst>
                          </p:cTn>
                        </p:par>
                        <p:par>
                          <p:cTn id="69" fill="hold">
                            <p:stCondLst>
                              <p:cond delay="9000"/>
                            </p:stCondLst>
                            <p:childTnLst>
                              <p:par>
                                <p:cTn id="70" presetID="22" presetClass="entr" presetSubtype="1" fill="hold" grpId="0" nodeType="after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wipe(up)">
                                      <p:cBhvr>
                                        <p:cTn id="72" dur="500"/>
                                        <p:tgtEl>
                                          <p:spTgt spid="25"/>
                                        </p:tgtEl>
                                      </p:cBhvr>
                                    </p:animEffect>
                                  </p:childTnLst>
                                </p:cTn>
                              </p:par>
                            </p:childTnLst>
                          </p:cTn>
                        </p:par>
                        <p:par>
                          <p:cTn id="73" fill="hold">
                            <p:stCondLst>
                              <p:cond delay="9500"/>
                            </p:stCondLst>
                            <p:childTnLst>
                              <p:par>
                                <p:cTn id="74" presetID="42" presetClass="entr" presetSubtype="0" fill="hold" grpId="0" nodeType="after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1000"/>
                                        <p:tgtEl>
                                          <p:spTgt spid="32"/>
                                        </p:tgtEl>
                                      </p:cBhvr>
                                    </p:animEffect>
                                    <p:anim calcmode="lin" valueType="num">
                                      <p:cBhvr>
                                        <p:cTn id="77" dur="1000" fill="hold"/>
                                        <p:tgtEl>
                                          <p:spTgt spid="32"/>
                                        </p:tgtEl>
                                        <p:attrNameLst>
                                          <p:attrName>ppt_x</p:attrName>
                                        </p:attrNameLst>
                                      </p:cBhvr>
                                      <p:tavLst>
                                        <p:tav tm="0">
                                          <p:val>
                                            <p:strVal val="#ppt_x"/>
                                          </p:val>
                                        </p:tav>
                                        <p:tav tm="100000">
                                          <p:val>
                                            <p:strVal val="#ppt_x"/>
                                          </p:val>
                                        </p:tav>
                                      </p:tavLst>
                                    </p:anim>
                                    <p:anim calcmode="lin" valueType="num">
                                      <p:cBhvr>
                                        <p:cTn id="78" dur="1000" fill="hold"/>
                                        <p:tgtEl>
                                          <p:spTgt spid="32"/>
                                        </p:tgtEl>
                                        <p:attrNameLst>
                                          <p:attrName>ppt_y</p:attrName>
                                        </p:attrNameLst>
                                      </p:cBhvr>
                                      <p:tavLst>
                                        <p:tav tm="0">
                                          <p:val>
                                            <p:strVal val="#ppt_y+.1"/>
                                          </p:val>
                                        </p:tav>
                                        <p:tav tm="100000">
                                          <p:val>
                                            <p:strVal val="#ppt_y"/>
                                          </p:val>
                                        </p:tav>
                                      </p:tavLst>
                                    </p:anim>
                                  </p:childTnLst>
                                </p:cTn>
                              </p:par>
                            </p:childTnLst>
                          </p:cTn>
                        </p:par>
                        <p:par>
                          <p:cTn id="79" fill="hold">
                            <p:stCondLst>
                              <p:cond delay="10500"/>
                            </p:stCondLst>
                            <p:childTnLst>
                              <p:par>
                                <p:cTn id="80" presetID="22" presetClass="entr" presetSubtype="1" fill="hold" grpId="0" nodeType="after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wipe(up)">
                                      <p:cBhvr>
                                        <p:cTn id="82" dur="500"/>
                                        <p:tgtEl>
                                          <p:spTgt spid="31"/>
                                        </p:tgtEl>
                                      </p:cBhvr>
                                    </p:animEffect>
                                  </p:childTnLst>
                                </p:cTn>
                              </p:par>
                            </p:childTnLst>
                          </p:cTn>
                        </p:par>
                        <p:par>
                          <p:cTn id="83" fill="hold">
                            <p:stCondLst>
                              <p:cond delay="11000"/>
                            </p:stCondLst>
                            <p:childTnLst>
                              <p:par>
                                <p:cTn id="84" presetID="42" presetClass="entr" presetSubtype="0" fill="hold" grpId="0" nodeType="after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fade">
                                      <p:cBhvr>
                                        <p:cTn id="86" dur="1000"/>
                                        <p:tgtEl>
                                          <p:spTgt spid="36"/>
                                        </p:tgtEl>
                                      </p:cBhvr>
                                    </p:animEffect>
                                    <p:anim calcmode="lin" valueType="num">
                                      <p:cBhvr>
                                        <p:cTn id="87" dur="1000" fill="hold"/>
                                        <p:tgtEl>
                                          <p:spTgt spid="36"/>
                                        </p:tgtEl>
                                        <p:attrNameLst>
                                          <p:attrName>ppt_x</p:attrName>
                                        </p:attrNameLst>
                                      </p:cBhvr>
                                      <p:tavLst>
                                        <p:tav tm="0">
                                          <p:val>
                                            <p:strVal val="#ppt_x"/>
                                          </p:val>
                                        </p:tav>
                                        <p:tav tm="100000">
                                          <p:val>
                                            <p:strVal val="#ppt_x"/>
                                          </p:val>
                                        </p:tav>
                                      </p:tavLst>
                                    </p:anim>
                                    <p:anim calcmode="lin" valueType="num">
                                      <p:cBhvr>
                                        <p:cTn id="88" dur="1000" fill="hold"/>
                                        <p:tgtEl>
                                          <p:spTgt spid="36"/>
                                        </p:tgtEl>
                                        <p:attrNameLst>
                                          <p:attrName>ppt_y</p:attrName>
                                        </p:attrNameLst>
                                      </p:cBhvr>
                                      <p:tavLst>
                                        <p:tav tm="0">
                                          <p:val>
                                            <p:strVal val="#ppt_y+.1"/>
                                          </p:val>
                                        </p:tav>
                                        <p:tav tm="100000">
                                          <p:val>
                                            <p:strVal val="#ppt_y"/>
                                          </p:val>
                                        </p:tav>
                                      </p:tavLst>
                                    </p:anim>
                                  </p:childTnLst>
                                </p:cTn>
                              </p:par>
                            </p:childTnLst>
                          </p:cTn>
                        </p:par>
                        <p:par>
                          <p:cTn id="89" fill="hold">
                            <p:stCondLst>
                              <p:cond delay="12000"/>
                            </p:stCondLst>
                            <p:childTnLst>
                              <p:par>
                                <p:cTn id="90" presetID="22" presetClass="entr" presetSubtype="1" fill="hold" grpId="0" nodeType="after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wipe(up)">
                                      <p:cBhvr>
                                        <p:cTn id="92" dur="500"/>
                                        <p:tgtEl>
                                          <p:spTgt spid="35"/>
                                        </p:tgtEl>
                                      </p:cBhvr>
                                    </p:animEffect>
                                  </p:childTnLst>
                                </p:cTn>
                              </p:par>
                            </p:childTnLst>
                          </p:cTn>
                        </p:par>
                        <p:par>
                          <p:cTn id="93" fill="hold">
                            <p:stCondLst>
                              <p:cond delay="12500"/>
                            </p:stCondLst>
                            <p:childTnLst>
                              <p:par>
                                <p:cTn id="94" presetID="14" presetClass="entr" presetSubtype="10" fill="hold" grpId="0" nodeType="afterEffect">
                                  <p:stCondLst>
                                    <p:cond delay="0"/>
                                  </p:stCondLst>
                                  <p:childTnLst>
                                    <p:set>
                                      <p:cBhvr>
                                        <p:cTn id="95" dur="1" fill="hold">
                                          <p:stCondLst>
                                            <p:cond delay="0"/>
                                          </p:stCondLst>
                                        </p:cTn>
                                        <p:tgtEl>
                                          <p:spTgt spid="37"/>
                                        </p:tgtEl>
                                        <p:attrNameLst>
                                          <p:attrName>style.visibility</p:attrName>
                                        </p:attrNameLst>
                                      </p:cBhvr>
                                      <p:to>
                                        <p:strVal val="visible"/>
                                      </p:to>
                                    </p:set>
                                    <p:animEffect transition="in" filter="randombar(horizontal)">
                                      <p:cBhvr>
                                        <p:cTn id="96" dur="500"/>
                                        <p:tgtEl>
                                          <p:spTgt spid="37"/>
                                        </p:tgtEl>
                                      </p:cBhvr>
                                    </p:animEffect>
                                  </p:childTnLst>
                                </p:cTn>
                              </p:par>
                            </p:childTnLst>
                          </p:cTn>
                        </p:par>
                        <p:par>
                          <p:cTn id="97" fill="hold">
                            <p:stCondLst>
                              <p:cond delay="13000"/>
                            </p:stCondLst>
                            <p:childTnLst>
                              <p:par>
                                <p:cTn id="98" presetID="42" presetClass="entr" presetSubtype="0" fill="hold" grpId="0" nodeType="afterEffect">
                                  <p:stCondLst>
                                    <p:cond delay="0"/>
                                  </p:stCondLst>
                                  <p:childTnLst>
                                    <p:set>
                                      <p:cBhvr>
                                        <p:cTn id="99" dur="1" fill="hold">
                                          <p:stCondLst>
                                            <p:cond delay="0"/>
                                          </p:stCondLst>
                                        </p:cTn>
                                        <p:tgtEl>
                                          <p:spTgt spid="3"/>
                                        </p:tgtEl>
                                        <p:attrNameLst>
                                          <p:attrName>style.visibility</p:attrName>
                                        </p:attrNameLst>
                                      </p:cBhvr>
                                      <p:to>
                                        <p:strVal val="visible"/>
                                      </p:to>
                                    </p:set>
                                    <p:animEffect transition="in" filter="fade">
                                      <p:cBhvr>
                                        <p:cTn id="100" dur="1000"/>
                                        <p:tgtEl>
                                          <p:spTgt spid="3"/>
                                        </p:tgtEl>
                                      </p:cBhvr>
                                    </p:animEffect>
                                    <p:anim calcmode="lin" valueType="num">
                                      <p:cBhvr>
                                        <p:cTn id="101" dur="1000" fill="hold"/>
                                        <p:tgtEl>
                                          <p:spTgt spid="3"/>
                                        </p:tgtEl>
                                        <p:attrNameLst>
                                          <p:attrName>ppt_x</p:attrName>
                                        </p:attrNameLst>
                                      </p:cBhvr>
                                      <p:tavLst>
                                        <p:tav tm="0">
                                          <p:val>
                                            <p:strVal val="#ppt_x"/>
                                          </p:val>
                                        </p:tav>
                                        <p:tav tm="100000">
                                          <p:val>
                                            <p:strVal val="#ppt_x"/>
                                          </p:val>
                                        </p:tav>
                                      </p:tavLst>
                                    </p:anim>
                                    <p:anim calcmode="lin" valueType="num">
                                      <p:cBhvr>
                                        <p:cTn id="102" dur="1000" fill="hold"/>
                                        <p:tgtEl>
                                          <p:spTgt spid="3"/>
                                        </p:tgtEl>
                                        <p:attrNameLst>
                                          <p:attrName>ppt_y</p:attrName>
                                        </p:attrNameLst>
                                      </p:cBhvr>
                                      <p:tavLst>
                                        <p:tav tm="0">
                                          <p:val>
                                            <p:strVal val="#ppt_y+.1"/>
                                          </p:val>
                                        </p:tav>
                                        <p:tav tm="100000">
                                          <p:val>
                                            <p:strVal val="#ppt_y"/>
                                          </p:val>
                                        </p:tav>
                                      </p:tavLst>
                                    </p:anim>
                                  </p:childTnLst>
                                </p:cTn>
                              </p:par>
                            </p:childTnLst>
                          </p:cTn>
                        </p:par>
                        <p:par>
                          <p:cTn id="103" fill="hold">
                            <p:stCondLst>
                              <p:cond delay="14000"/>
                            </p:stCondLst>
                            <p:childTnLst>
                              <p:par>
                                <p:cTn id="104" presetID="22" presetClass="entr" presetSubtype="1" fill="hold" grpId="0" nodeType="afterEffect">
                                  <p:stCondLst>
                                    <p:cond delay="0"/>
                                  </p:stCondLst>
                                  <p:childTnLst>
                                    <p:set>
                                      <p:cBhvr>
                                        <p:cTn id="105" dur="1" fill="hold">
                                          <p:stCondLst>
                                            <p:cond delay="0"/>
                                          </p:stCondLst>
                                        </p:cTn>
                                        <p:tgtEl>
                                          <p:spTgt spid="2"/>
                                        </p:tgtEl>
                                        <p:attrNameLst>
                                          <p:attrName>style.visibility</p:attrName>
                                        </p:attrNameLst>
                                      </p:cBhvr>
                                      <p:to>
                                        <p:strVal val="visible"/>
                                      </p:to>
                                    </p:set>
                                    <p:animEffect transition="in" filter="wipe(up)">
                                      <p:cBhvr>
                                        <p:cTn id="10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4" grpId="0" animBg="1"/>
      <p:bldP spid="17" grpId="0"/>
      <p:bldP spid="15" grpId="0"/>
      <p:bldP spid="5" grpId="0"/>
      <p:bldP spid="6" grpId="0"/>
      <p:bldP spid="7" grpId="0"/>
      <p:bldP spid="8" grpId="0"/>
      <p:bldP spid="9" grpId="0"/>
      <p:bldP spid="14" grpId="0" animBg="1"/>
      <p:bldP spid="23" grpId="0"/>
      <p:bldP spid="24" grpId="0"/>
      <p:bldP spid="25" grpId="0"/>
      <p:bldP spid="26" grpId="0"/>
      <p:bldP spid="31" grpId="0"/>
      <p:bldP spid="32" grpId="0"/>
      <p:bldP spid="35" grpId="0"/>
      <p:bldP spid="36" grpId="0"/>
      <p:bldP spid="37" grpId="0" animBg="1"/>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矩形 18"/>
          <p:cNvSpPr/>
          <p:nvPr/>
        </p:nvSpPr>
        <p:spPr>
          <a:xfrm>
            <a:off x="0" y="13335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6213110" y="1048005"/>
            <a:ext cx="4288232" cy="1503992"/>
            <a:chOff x="9419" y="2100"/>
            <a:chExt cx="7480" cy="2266"/>
          </a:xfrm>
        </p:grpSpPr>
        <p:sp>
          <p:nvSpPr>
            <p:cNvPr id="3" name="矩形 47"/>
            <p:cNvSpPr>
              <a:spLocks noChangeArrowheads="1"/>
            </p:cNvSpPr>
            <p:nvPr/>
          </p:nvSpPr>
          <p:spPr bwMode="auto">
            <a:xfrm>
              <a:off x="9419" y="2688"/>
              <a:ext cx="7480" cy="1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278" tIns="34139" rIns="68278" bIns="34139">
              <a:noAutofit/>
            </a:bodyPr>
            <a:lstStyle/>
            <a:p>
              <a:pPr>
                <a:lnSpc>
                  <a:spcPct val="150000"/>
                </a:lnSpc>
              </a:pPr>
              <a:r>
                <a:rPr lang="en-US" altLang="vi-VN" sz="1600" dirty="0" err="1">
                  <a:solidFill>
                    <a:sysClr val="windowText" lastClr="000000">
                      <a:lumMod val="75000"/>
                    </a:sysClr>
                  </a:solidFill>
                  <a:latin typeface="Noto Sans"/>
                  <a:ea typeface="Noto Sans"/>
                  <a:cs typeface="庞门正道标题体" charset="0"/>
                  <a:sym typeface="庞门正道标题体" charset="0"/>
                </a:rPr>
                <a:t>Quản</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lý</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thông</a:t>
              </a:r>
              <a:r>
                <a:rPr lang="en-US" altLang="vi-VN" sz="1600" dirty="0">
                  <a:solidFill>
                    <a:sysClr val="windowText" lastClr="000000">
                      <a:lumMod val="75000"/>
                    </a:sysClr>
                  </a:solidFill>
                  <a:latin typeface="Noto Sans"/>
                  <a:ea typeface="Noto Sans"/>
                  <a:cs typeface="庞门正道标题体" charset="0"/>
                  <a:sym typeface="庞门正道标题体" charset="0"/>
                </a:rPr>
                <a:t> tin </a:t>
              </a:r>
              <a:r>
                <a:rPr lang="en-US" altLang="vi-VN" sz="1600" dirty="0" err="1">
                  <a:solidFill>
                    <a:sysClr val="windowText" lastClr="000000">
                      <a:lumMod val="75000"/>
                    </a:sysClr>
                  </a:solidFill>
                  <a:latin typeface="Noto Sans"/>
                  <a:ea typeface="Noto Sans"/>
                  <a:cs typeface="庞门正道标题体" charset="0"/>
                  <a:sym typeface="庞门正道标题体" charset="0"/>
                </a:rPr>
                <a:t>khách</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hàng</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Quản</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lý</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danh</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mục</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Quản</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lý</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sản</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phẩm</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Quản</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lý</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đơn</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hàng</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vi-VN" altLang="vi-VN" sz="1600" dirty="0">
                  <a:solidFill>
                    <a:sysClr val="windowText" lastClr="000000">
                      <a:lumMod val="75000"/>
                    </a:sysClr>
                  </a:solidFill>
                  <a:latin typeface="Noto Sans"/>
                  <a:ea typeface="Noto Sans"/>
                  <a:cs typeface="庞门正道标题体" charset="0"/>
                  <a:sym typeface="庞门正道标题体" charset="0"/>
                </a:rPr>
                <a:t>Gửi</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quảng</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cáo</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và</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Báo</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cáo</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thống</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vi-VN" altLang="vi-VN" sz="1600" dirty="0">
                  <a:solidFill>
                    <a:sysClr val="windowText" lastClr="000000">
                      <a:lumMod val="75000"/>
                    </a:sysClr>
                  </a:solidFill>
                  <a:latin typeface="Noto Sans"/>
                  <a:ea typeface="Noto Sans"/>
                  <a:cs typeface="庞门正道标题体" charset="0"/>
                  <a:sym typeface="庞门正道标题体" charset="0"/>
                </a:rPr>
                <a:t>kê.</a:t>
              </a:r>
              <a:endParaRPr lang="zh-CN" altLang="en-US" sz="1600" dirty="0">
                <a:solidFill>
                  <a:srgbClr val="1B3049"/>
                </a:solidFill>
              </a:endParaRPr>
            </a:p>
          </p:txBody>
        </p:sp>
        <p:sp>
          <p:nvSpPr>
            <p:cNvPr id="4" name="矩形 3"/>
            <p:cNvSpPr>
              <a:spLocks noChangeArrowheads="1"/>
            </p:cNvSpPr>
            <p:nvPr/>
          </p:nvSpPr>
          <p:spPr bwMode="auto">
            <a:xfrm>
              <a:off x="10002" y="2100"/>
              <a:ext cx="2669"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278" tIns="34139" rIns="68278" bIns="34139">
              <a:noAutofit/>
            </a:bodyPr>
            <a:lstStyle/>
            <a:p>
              <a:pPr algn="r"/>
              <a:r>
                <a:rPr lang="vi-VN" altLang="zh-CN" b="1" dirty="0">
                  <a:solidFill>
                    <a:srgbClr val="C00000"/>
                  </a:solidFill>
                  <a:latin typeface="Noto Sans" panose="020B0502040504020204" pitchFamily="34" charset="0"/>
                  <a:ea typeface="Noto Sans" panose="020B0502040504020204" pitchFamily="34" charset="0"/>
                  <a:cs typeface="Noto Sans" panose="020B0502040504020204" pitchFamily="34" charset="0"/>
                </a:rPr>
                <a:t>QUẢN TRỊ VIÊN</a:t>
              </a:r>
              <a:endParaRPr lang="en-US" altLang="zh-CN" b="1" dirty="0">
                <a:solidFill>
                  <a:srgbClr val="C00000"/>
                </a:solidFill>
                <a:latin typeface="Noto Sans" panose="020B0502040504020204" pitchFamily="34" charset="0"/>
                <a:ea typeface="Noto Sans" panose="020B0502040504020204" pitchFamily="34" charset="0"/>
                <a:cs typeface="Noto Sans" panose="020B0502040504020204" pitchFamily="34" charset="0"/>
              </a:endParaRPr>
            </a:p>
          </p:txBody>
        </p:sp>
        <p:sp>
          <p:nvSpPr>
            <p:cNvPr id="5" name="矩形 4"/>
            <p:cNvSpPr/>
            <p:nvPr/>
          </p:nvSpPr>
          <p:spPr>
            <a:xfrm>
              <a:off x="9600" y="2517"/>
              <a:ext cx="941" cy="64"/>
            </a:xfrm>
            <a:prstGeom prst="rect">
              <a:avLst/>
            </a:prstGeom>
            <a:solidFill>
              <a:srgbClr val="5685B6"/>
            </a:solidFill>
            <a:ln w="12700" cap="flat" cmpd="sng" algn="ctr">
              <a:noFill/>
              <a:prstDash val="solid"/>
              <a:miter lim="800000"/>
            </a:ln>
            <a:effectLst/>
          </p:spPr>
          <p:txBody>
            <a:bodyPr lIns="68281" tIns="34139" rIns="68281" bIns="34139" rtlCol="0" anchor="ctr"/>
            <a:lstStyle/>
            <a:p>
              <a:pPr algn="ctr"/>
              <a:endParaRPr lang="zh-CN" altLang="en-US" sz="1320">
                <a:solidFill>
                  <a:sysClr val="windowText" lastClr="000000">
                    <a:lumMod val="65000"/>
                    <a:lumOff val="35000"/>
                  </a:sysClr>
                </a:solidFill>
                <a:latin typeface="微软雅黑" panose="020B0503020204020204" charset="-122"/>
                <a:ea typeface="微软雅黑"/>
              </a:endParaRPr>
            </a:p>
          </p:txBody>
        </p:sp>
        <p:sp>
          <p:nvSpPr>
            <p:cNvPr id="6" name="矩形 5"/>
            <p:cNvSpPr/>
            <p:nvPr/>
          </p:nvSpPr>
          <p:spPr>
            <a:xfrm>
              <a:off x="10564" y="2517"/>
              <a:ext cx="1905" cy="64"/>
            </a:xfrm>
            <a:prstGeom prst="rect">
              <a:avLst/>
            </a:prstGeom>
            <a:solidFill>
              <a:srgbClr val="083473"/>
            </a:solidFill>
            <a:ln w="12700" cap="flat" cmpd="sng" algn="ctr">
              <a:noFill/>
              <a:prstDash val="solid"/>
              <a:miter lim="800000"/>
            </a:ln>
            <a:effectLst/>
          </p:spPr>
          <p:txBody>
            <a:bodyPr lIns="68281" tIns="34139" rIns="68281" bIns="34139" rtlCol="0" anchor="ctr"/>
            <a:lstStyle/>
            <a:p>
              <a:pPr algn="ctr"/>
              <a:endParaRPr lang="zh-CN" altLang="en-US" sz="1320" dirty="0">
                <a:solidFill>
                  <a:sysClr val="windowText" lastClr="000000">
                    <a:lumMod val="65000"/>
                    <a:lumOff val="35000"/>
                  </a:sysClr>
                </a:solidFill>
                <a:latin typeface="微软雅黑" panose="020B0503020204020204" charset="-122"/>
                <a:ea typeface="微软雅黑"/>
              </a:endParaRPr>
            </a:p>
          </p:txBody>
        </p:sp>
      </p:grpSp>
      <p:sp>
        <p:nvSpPr>
          <p:cNvPr id="15" name="Rectangle 45">
            <a:extLst>
              <a:ext uri="{FF2B5EF4-FFF2-40B4-BE49-F238E27FC236}">
                <a16:creationId xmlns:a16="http://schemas.microsoft.com/office/drawing/2014/main" id="{45381862-BB25-8B48-17A5-B2E55302F831}"/>
              </a:ext>
            </a:extLst>
          </p:cNvPr>
          <p:cNvSpPr/>
          <p:nvPr/>
        </p:nvSpPr>
        <p:spPr bwMode="auto">
          <a:xfrm>
            <a:off x="-1979236" y="283231"/>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THIẾT KẾ HỆ THỐNG</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17" name="矩形 3">
            <a:extLst>
              <a:ext uri="{FF2B5EF4-FFF2-40B4-BE49-F238E27FC236}">
                <a16:creationId xmlns:a16="http://schemas.microsoft.com/office/drawing/2014/main" id="{8A910A98-843F-496D-F575-07CDDA22F53F}"/>
              </a:ext>
            </a:extLst>
          </p:cNvPr>
          <p:cNvSpPr>
            <a:spLocks noChangeArrowheads="1"/>
          </p:cNvSpPr>
          <p:nvPr/>
        </p:nvSpPr>
        <p:spPr bwMode="auto">
          <a:xfrm>
            <a:off x="7415592" y="488315"/>
            <a:ext cx="1972838" cy="31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278" tIns="34139" rIns="68278" bIns="34139">
            <a:noAutofit/>
          </a:bodyPr>
          <a:lstStyle/>
          <a:p>
            <a:pPr algn="r"/>
            <a:r>
              <a:rPr lang="en-US" altLang="zh-CN" sz="2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CÁC ACTOR CHÍNH</a:t>
            </a:r>
          </a:p>
        </p:txBody>
      </p:sp>
      <p:sp>
        <p:nvSpPr>
          <p:cNvPr id="25" name="矩形 47">
            <a:extLst>
              <a:ext uri="{FF2B5EF4-FFF2-40B4-BE49-F238E27FC236}">
                <a16:creationId xmlns:a16="http://schemas.microsoft.com/office/drawing/2014/main" id="{65863038-6D45-2B50-5CBC-FE8779F00362}"/>
              </a:ext>
            </a:extLst>
          </p:cNvPr>
          <p:cNvSpPr>
            <a:spLocks noChangeArrowheads="1"/>
          </p:cNvSpPr>
          <p:nvPr/>
        </p:nvSpPr>
        <p:spPr bwMode="auto">
          <a:xfrm>
            <a:off x="6213110" y="3450888"/>
            <a:ext cx="4114007" cy="73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278" tIns="34139" rIns="68278" bIns="34139">
            <a:noAutofit/>
          </a:bodyPr>
          <a:lstStyle/>
          <a:p>
            <a:pPr>
              <a:lnSpc>
                <a:spcPct val="150000"/>
              </a:lnSpc>
            </a:pPr>
            <a:r>
              <a:rPr lang="en-US" altLang="vi-VN" sz="1600" dirty="0" err="1">
                <a:solidFill>
                  <a:sysClr val="windowText" lastClr="000000">
                    <a:lumMod val="75000"/>
                  </a:sysClr>
                </a:solidFill>
                <a:latin typeface="Noto Sans"/>
                <a:ea typeface="Noto Sans"/>
                <a:cs typeface="庞门正道标题体" charset="0"/>
                <a:sym typeface="庞门正道标题体" charset="0"/>
              </a:rPr>
              <a:t>Cập</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nhật</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thông</a:t>
            </a:r>
            <a:r>
              <a:rPr lang="en-US" altLang="vi-VN" sz="1600" dirty="0">
                <a:solidFill>
                  <a:sysClr val="windowText" lastClr="000000">
                    <a:lumMod val="75000"/>
                  </a:sysClr>
                </a:solidFill>
                <a:latin typeface="Noto Sans"/>
                <a:ea typeface="Noto Sans"/>
                <a:cs typeface="庞门正道标题体" charset="0"/>
                <a:sym typeface="庞门正道标题体" charset="0"/>
              </a:rPr>
              <a:t> tin </a:t>
            </a:r>
            <a:r>
              <a:rPr lang="en-US" altLang="vi-VN" sz="1600" dirty="0" err="1">
                <a:solidFill>
                  <a:sysClr val="windowText" lastClr="000000">
                    <a:lumMod val="75000"/>
                  </a:sysClr>
                </a:solidFill>
                <a:latin typeface="Noto Sans"/>
                <a:ea typeface="Noto Sans"/>
                <a:cs typeface="庞门正道标题体" charset="0"/>
                <a:sym typeface="庞门正道标题体" charset="0"/>
              </a:rPr>
              <a:t>khách</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hàng</a:t>
            </a:r>
            <a:r>
              <a:rPr lang="en-US" altLang="vi-VN" sz="1600" dirty="0">
                <a:solidFill>
                  <a:sysClr val="windowText" lastClr="000000">
                    <a:lumMod val="75000"/>
                  </a:sysClr>
                </a:solidFill>
                <a:latin typeface="Noto Sans"/>
                <a:ea typeface="Noto Sans"/>
                <a:cs typeface="庞门正道标题体" charset="0"/>
                <a:sym typeface="庞门正道标题体" charset="0"/>
              </a:rPr>
              <a:t>,</a:t>
            </a:r>
            <a:r>
              <a:rPr lang="vi-VN" altLang="vi-VN" sz="1600" dirty="0">
                <a:solidFill>
                  <a:sysClr val="windowText" lastClr="000000">
                    <a:lumMod val="75000"/>
                  </a:sysClr>
                </a:solidFill>
                <a:latin typeface="Noto Sans"/>
                <a:ea typeface="Noto Sans"/>
                <a:cs typeface="庞门正道标题体" charset="0"/>
                <a:sym typeface="庞门正道标题体" charset="0"/>
              </a:rPr>
              <a:t> quên mật khẩu,</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lưu</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sản</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phẩm</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yêu</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thích</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đặt</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hàng</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đánh</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giá</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sản</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phẩm</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gửi</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yêu</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cầu</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hỗ</a:t>
            </a:r>
            <a:r>
              <a:rPr lang="en-US" altLang="vi-VN" sz="1600" dirty="0">
                <a:solidFill>
                  <a:sysClr val="windowText" lastClr="000000">
                    <a:lumMod val="75000"/>
                  </a:sysClr>
                </a:solidFill>
                <a:latin typeface="Noto Sans"/>
                <a:ea typeface="Noto Sans"/>
                <a:cs typeface="庞门正道标题体" charset="0"/>
                <a:sym typeface="庞门正道标题体" charset="0"/>
              </a:rPr>
              <a:t> </a:t>
            </a:r>
            <a:r>
              <a:rPr lang="en-US" altLang="vi-VN" sz="1600" dirty="0" err="1">
                <a:solidFill>
                  <a:sysClr val="windowText" lastClr="000000">
                    <a:lumMod val="75000"/>
                  </a:sysClr>
                </a:solidFill>
                <a:latin typeface="Noto Sans"/>
                <a:ea typeface="Noto Sans"/>
                <a:cs typeface="庞门正道标题体" charset="0"/>
                <a:sym typeface="庞门正道标题体" charset="0"/>
              </a:rPr>
              <a:t>trợ</a:t>
            </a:r>
            <a:r>
              <a:rPr lang="en-US" altLang="vi-VN" sz="1600" dirty="0">
                <a:solidFill>
                  <a:sysClr val="windowText" lastClr="000000">
                    <a:lumMod val="75000"/>
                  </a:sysClr>
                </a:solidFill>
                <a:latin typeface="Noto Sans"/>
                <a:ea typeface="Noto Sans"/>
                <a:cs typeface="庞门正道标题体" charset="0"/>
                <a:sym typeface="庞门正道标题体" charset="0"/>
              </a:rPr>
              <a:t>.</a:t>
            </a:r>
            <a:endParaRPr lang="zh-CN" altLang="en-US" sz="1600" dirty="0">
              <a:solidFill>
                <a:srgbClr val="1B3049"/>
              </a:solidFill>
            </a:endParaRPr>
          </a:p>
        </p:txBody>
      </p:sp>
      <p:sp>
        <p:nvSpPr>
          <p:cNvPr id="26" name="矩形 3">
            <a:extLst>
              <a:ext uri="{FF2B5EF4-FFF2-40B4-BE49-F238E27FC236}">
                <a16:creationId xmlns:a16="http://schemas.microsoft.com/office/drawing/2014/main" id="{EB02C3A8-AF05-A1A4-D0A8-77843F705E52}"/>
              </a:ext>
            </a:extLst>
          </p:cNvPr>
          <p:cNvSpPr>
            <a:spLocks noChangeArrowheads="1"/>
          </p:cNvSpPr>
          <p:nvPr/>
        </p:nvSpPr>
        <p:spPr bwMode="auto">
          <a:xfrm>
            <a:off x="6213110" y="3132117"/>
            <a:ext cx="1694815" cy="31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278" tIns="34139" rIns="68278" bIns="34139">
            <a:noAutofit/>
          </a:bodyPr>
          <a:lstStyle/>
          <a:p>
            <a:r>
              <a:rPr lang="vi-VN" altLang="zh-CN" b="1" dirty="0">
                <a:solidFill>
                  <a:srgbClr val="C00000"/>
                </a:solidFill>
                <a:latin typeface="Noto Sans" panose="020B0502040504020204" pitchFamily="34" charset="0"/>
                <a:ea typeface="Noto Sans" panose="020B0502040504020204" pitchFamily="34" charset="0"/>
                <a:cs typeface="Noto Sans" panose="020B0502040504020204" pitchFamily="34" charset="0"/>
              </a:rPr>
              <a:t>KHÁCH HÀNG  </a:t>
            </a:r>
            <a:endParaRPr lang="en-US" altLang="zh-CN" b="1" dirty="0">
              <a:solidFill>
                <a:srgbClr val="C00000"/>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7" name="矩形 4">
            <a:extLst>
              <a:ext uri="{FF2B5EF4-FFF2-40B4-BE49-F238E27FC236}">
                <a16:creationId xmlns:a16="http://schemas.microsoft.com/office/drawing/2014/main" id="{B823619F-45AF-83C3-E17D-86D9EB16C507}"/>
              </a:ext>
            </a:extLst>
          </p:cNvPr>
          <p:cNvSpPr/>
          <p:nvPr/>
        </p:nvSpPr>
        <p:spPr>
          <a:xfrm>
            <a:off x="6258810" y="3439396"/>
            <a:ext cx="597535" cy="40640"/>
          </a:xfrm>
          <a:prstGeom prst="rect">
            <a:avLst/>
          </a:prstGeom>
          <a:solidFill>
            <a:srgbClr val="5685B6"/>
          </a:solidFill>
          <a:ln w="12700" cap="flat" cmpd="sng" algn="ctr">
            <a:noFill/>
            <a:prstDash val="solid"/>
            <a:miter lim="800000"/>
          </a:ln>
          <a:effectLst/>
        </p:spPr>
        <p:txBody>
          <a:bodyPr lIns="68281" tIns="34139" rIns="68281" bIns="34139" rtlCol="0" anchor="ctr"/>
          <a:lstStyle/>
          <a:p>
            <a:pPr algn="ctr"/>
            <a:endParaRPr lang="zh-CN" altLang="en-US" sz="1320">
              <a:solidFill>
                <a:sysClr val="windowText" lastClr="000000">
                  <a:lumMod val="65000"/>
                  <a:lumOff val="35000"/>
                </a:sysClr>
              </a:solidFill>
              <a:latin typeface="微软雅黑" panose="020B0503020204020204" charset="-122"/>
              <a:ea typeface="微软雅黑"/>
            </a:endParaRPr>
          </a:p>
        </p:txBody>
      </p:sp>
      <p:sp>
        <p:nvSpPr>
          <p:cNvPr id="28" name="矩形 5">
            <a:extLst>
              <a:ext uri="{FF2B5EF4-FFF2-40B4-BE49-F238E27FC236}">
                <a16:creationId xmlns:a16="http://schemas.microsoft.com/office/drawing/2014/main" id="{1C724995-4A59-AC01-D5CE-16133D27176A}"/>
              </a:ext>
            </a:extLst>
          </p:cNvPr>
          <p:cNvSpPr/>
          <p:nvPr/>
        </p:nvSpPr>
        <p:spPr>
          <a:xfrm>
            <a:off x="6869531" y="3428028"/>
            <a:ext cx="886173" cy="45719"/>
          </a:xfrm>
          <a:prstGeom prst="rect">
            <a:avLst/>
          </a:prstGeom>
          <a:solidFill>
            <a:srgbClr val="083473"/>
          </a:solidFill>
          <a:ln w="12700" cap="flat" cmpd="sng" algn="ctr">
            <a:noFill/>
            <a:prstDash val="solid"/>
            <a:miter lim="800000"/>
          </a:ln>
          <a:effectLst/>
        </p:spPr>
        <p:txBody>
          <a:bodyPr lIns="68281" tIns="34139" rIns="68281" bIns="34139" rtlCol="0" anchor="ctr"/>
          <a:lstStyle/>
          <a:p>
            <a:pPr algn="ctr"/>
            <a:endParaRPr lang="zh-CN" altLang="en-US" sz="1320" dirty="0">
              <a:solidFill>
                <a:sysClr val="windowText" lastClr="000000">
                  <a:lumMod val="65000"/>
                  <a:lumOff val="35000"/>
                </a:sysClr>
              </a:solidFill>
              <a:latin typeface="微软雅黑" panose="020B0503020204020204" charset="-122"/>
              <a:ea typeface="微软雅黑"/>
            </a:endParaRPr>
          </a:p>
        </p:txBody>
      </p:sp>
      <p:pic>
        <p:nvPicPr>
          <p:cNvPr id="10" name="Picture 9">
            <a:extLst>
              <a:ext uri="{FF2B5EF4-FFF2-40B4-BE49-F238E27FC236}">
                <a16:creationId xmlns:a16="http://schemas.microsoft.com/office/drawing/2014/main" id="{6C8A06BC-4B0C-4B7F-B46A-5E2D977F2120}"/>
              </a:ext>
            </a:extLst>
          </p:cNvPr>
          <p:cNvPicPr>
            <a:picLocks noChangeAspect="1"/>
          </p:cNvPicPr>
          <p:nvPr/>
        </p:nvPicPr>
        <p:blipFill>
          <a:blip r:embed="rId3"/>
          <a:stretch>
            <a:fillRect/>
          </a:stretch>
        </p:blipFill>
        <p:spPr>
          <a:xfrm>
            <a:off x="1892698" y="799467"/>
            <a:ext cx="3285693" cy="619211"/>
          </a:xfrm>
          <a:prstGeom prst="rect">
            <a:avLst/>
          </a:prstGeom>
        </p:spPr>
      </p:pic>
      <p:pic>
        <p:nvPicPr>
          <p:cNvPr id="14" name="Picture 13">
            <a:extLst>
              <a:ext uri="{FF2B5EF4-FFF2-40B4-BE49-F238E27FC236}">
                <a16:creationId xmlns:a16="http://schemas.microsoft.com/office/drawing/2014/main" id="{1347FC76-F823-487A-85AB-9ADC14FFB4E4}"/>
              </a:ext>
            </a:extLst>
          </p:cNvPr>
          <p:cNvPicPr>
            <a:picLocks noChangeAspect="1"/>
          </p:cNvPicPr>
          <p:nvPr/>
        </p:nvPicPr>
        <p:blipFill rotWithShape="1">
          <a:blip r:embed="rId4"/>
          <a:srcRect r="4715"/>
          <a:stretch/>
        </p:blipFill>
        <p:spPr>
          <a:xfrm>
            <a:off x="325559" y="767919"/>
            <a:ext cx="5770442" cy="5237148"/>
          </a:xfrm>
          <a:prstGeom prst="rect">
            <a:avLst/>
          </a:prstGeom>
        </p:spPr>
      </p:pic>
      <p:pic>
        <p:nvPicPr>
          <p:cNvPr id="20" name="Picture 19">
            <a:extLst>
              <a:ext uri="{FF2B5EF4-FFF2-40B4-BE49-F238E27FC236}">
                <a16:creationId xmlns:a16="http://schemas.microsoft.com/office/drawing/2014/main" id="{EA6B6B13-1DF0-42FE-92D7-A204B08D61C3}"/>
              </a:ext>
            </a:extLst>
          </p:cNvPr>
          <p:cNvPicPr>
            <a:picLocks noChangeAspect="1"/>
          </p:cNvPicPr>
          <p:nvPr/>
        </p:nvPicPr>
        <p:blipFill>
          <a:blip r:embed="rId5"/>
          <a:stretch>
            <a:fillRect/>
          </a:stretch>
        </p:blipFill>
        <p:spPr>
          <a:xfrm>
            <a:off x="1606017" y="3277766"/>
            <a:ext cx="3572374" cy="533474"/>
          </a:xfrm>
          <a:prstGeom prst="rect">
            <a:avLst/>
          </a:prstGeom>
        </p:spPr>
      </p:pic>
      <p:pic>
        <p:nvPicPr>
          <p:cNvPr id="30" name="Picture 29">
            <a:extLst>
              <a:ext uri="{FF2B5EF4-FFF2-40B4-BE49-F238E27FC236}">
                <a16:creationId xmlns:a16="http://schemas.microsoft.com/office/drawing/2014/main" id="{177F56FF-ED01-47A7-80F6-C740F88BF739}"/>
              </a:ext>
            </a:extLst>
          </p:cNvPr>
          <p:cNvPicPr>
            <a:picLocks noChangeAspect="1"/>
          </p:cNvPicPr>
          <p:nvPr/>
        </p:nvPicPr>
        <p:blipFill>
          <a:blip r:embed="rId5"/>
          <a:stretch>
            <a:fillRect/>
          </a:stretch>
        </p:blipFill>
        <p:spPr>
          <a:xfrm>
            <a:off x="1606017" y="5449291"/>
            <a:ext cx="3572374" cy="533474"/>
          </a:xfrm>
          <a:prstGeom prst="rect">
            <a:avLst/>
          </a:prstGeom>
        </p:spPr>
      </p:pic>
      <p:sp>
        <p:nvSpPr>
          <p:cNvPr id="7" name="Slide Number Placeholder 6">
            <a:extLst>
              <a:ext uri="{FF2B5EF4-FFF2-40B4-BE49-F238E27FC236}">
                <a16:creationId xmlns:a16="http://schemas.microsoft.com/office/drawing/2014/main" id="{7C9DC827-783F-4034-8426-0D8052D09A82}"/>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8</a:t>
            </a:fld>
            <a:endParaRPr lang="zh-CN" altLang="en-US" sz="2435" dirty="0">
              <a:solidFill>
                <a:schemeClr val="bg1"/>
              </a:solidFill>
            </a:endParaRPr>
          </a:p>
        </p:txBody>
      </p:sp>
      <p:pic>
        <p:nvPicPr>
          <p:cNvPr id="9" name="Picture 8">
            <a:extLst>
              <a:ext uri="{FF2B5EF4-FFF2-40B4-BE49-F238E27FC236}">
                <a16:creationId xmlns:a16="http://schemas.microsoft.com/office/drawing/2014/main" id="{6812F772-67D6-4638-A186-11E8176B4107}"/>
              </a:ext>
            </a:extLst>
          </p:cNvPr>
          <p:cNvPicPr>
            <a:picLocks noChangeAspect="1"/>
          </p:cNvPicPr>
          <p:nvPr/>
        </p:nvPicPr>
        <p:blipFill>
          <a:blip r:embed="rId6"/>
          <a:stretch>
            <a:fillRect/>
          </a:stretch>
        </p:blipFill>
        <p:spPr>
          <a:xfrm>
            <a:off x="1892698" y="1163269"/>
            <a:ext cx="3704094" cy="45427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outVertic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63F59-A2B9-4ADB-027C-8B9747F73044}"/>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7B37C60D-64E9-A24A-318A-885741FC1CF4}"/>
              </a:ext>
            </a:extLst>
          </p:cNvPr>
          <p:cNvSpPr/>
          <p:nvPr/>
        </p:nvSpPr>
        <p:spPr>
          <a:xfrm>
            <a:off x="0" y="1397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74C31F85-62AC-D6CB-6434-6D99434140B4}"/>
              </a:ext>
            </a:extLst>
          </p:cNvPr>
          <p:cNvGrpSpPr/>
          <p:nvPr/>
        </p:nvGrpSpPr>
        <p:grpSpPr>
          <a:xfrm>
            <a:off x="1" y="911763"/>
            <a:ext cx="5582633" cy="5946236"/>
            <a:chOff x="8008" y="2076"/>
            <a:chExt cx="6602" cy="8102"/>
          </a:xfrm>
        </p:grpSpPr>
        <p:sp>
          <p:nvSpPr>
            <p:cNvPr id="3" name="矩形 47">
              <a:extLst>
                <a:ext uri="{FF2B5EF4-FFF2-40B4-BE49-F238E27FC236}">
                  <a16:creationId xmlns:a16="http://schemas.microsoft.com/office/drawing/2014/main" id="{2D99C87D-C9E0-CA10-5A8C-DDCB82883989}"/>
                </a:ext>
              </a:extLst>
            </p:cNvPr>
            <p:cNvSpPr>
              <a:spLocks noChangeArrowheads="1"/>
            </p:cNvSpPr>
            <p:nvPr/>
          </p:nvSpPr>
          <p:spPr bwMode="auto">
            <a:xfrm>
              <a:off x="8397" y="2864"/>
              <a:ext cx="4887" cy="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278" tIns="34139" rIns="68278" bIns="34139">
              <a:noAutofit/>
            </a:bodyPr>
            <a:lstStyle/>
            <a:p>
              <a:pPr marL="285750" indent="-285750">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Người dùng (Users): lưu thông tin đăng</a:t>
              </a:r>
              <a:r>
                <a:rPr lang="en-US" altLang="zh-CN" sz="1400" dirty="0">
                  <a:solidFill>
                    <a:schemeClr val="bg1"/>
                  </a:solidFill>
                  <a:latin typeface="Times New Roman" panose="02020603050405020304" pitchFamily="18" charset="0"/>
                  <a:cs typeface="Times New Roman" panose="02020603050405020304" pitchFamily="18" charset="0"/>
                </a:rPr>
                <a:t>                    </a:t>
              </a:r>
              <a:r>
                <a:rPr lang="vi-VN" altLang="zh-CN" sz="1400" dirty="0">
                  <a:solidFill>
                    <a:schemeClr val="bg1"/>
                  </a:solidFill>
                  <a:latin typeface="Times New Roman" panose="02020603050405020304" pitchFamily="18" charset="0"/>
                  <a:cs typeface="Times New Roman" panose="02020603050405020304" pitchFamily="18" charset="0"/>
                </a:rPr>
                <a:t> nhập &amp; hồ sơ người dùng.</a:t>
              </a:r>
              <a:endParaRPr lang="en-US" altLang="zh-CN" sz="14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 Danh mục (ProductCategory): phân loại</a:t>
              </a:r>
              <a:r>
                <a:rPr lang="en-US" altLang="zh-CN" sz="1400" dirty="0">
                  <a:solidFill>
                    <a:schemeClr val="bg1"/>
                  </a:solidFill>
                  <a:latin typeface="Times New Roman" panose="02020603050405020304" pitchFamily="18" charset="0"/>
                  <a:cs typeface="Times New Roman" panose="02020603050405020304" pitchFamily="18" charset="0"/>
                </a:rPr>
                <a:t>               </a:t>
              </a:r>
              <a:r>
                <a:rPr lang="vi-VN" altLang="zh-CN" sz="1400" dirty="0">
                  <a:solidFill>
                    <a:schemeClr val="bg1"/>
                  </a:solidFill>
                  <a:latin typeface="Times New Roman" panose="02020603050405020304" pitchFamily="18" charset="0"/>
                  <a:cs typeface="Times New Roman" panose="02020603050405020304" pitchFamily="18" charset="0"/>
                </a:rPr>
                <a:t> sản phẩm.</a:t>
              </a:r>
              <a:endParaRPr lang="en-US" altLang="zh-CN" sz="14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 Sản phẩm (Product): thông tin sản phẩm.</a:t>
              </a:r>
              <a:endParaRPr lang="en-US" altLang="zh-CN" sz="14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 Hình ảnh (ProductImage): nhiều ảnh cho</a:t>
              </a:r>
              <a:r>
                <a:rPr lang="en-US" altLang="zh-CN" sz="1400" dirty="0">
                  <a:solidFill>
                    <a:schemeClr val="bg1"/>
                  </a:solidFill>
                  <a:latin typeface="Times New Roman" panose="02020603050405020304" pitchFamily="18" charset="0"/>
                  <a:cs typeface="Times New Roman" panose="02020603050405020304" pitchFamily="18" charset="0"/>
                </a:rPr>
                <a:t>              </a:t>
              </a:r>
              <a:r>
                <a:rPr lang="vi-VN" altLang="zh-CN" sz="1400" dirty="0">
                  <a:solidFill>
                    <a:schemeClr val="bg1"/>
                  </a:solidFill>
                  <a:latin typeface="Times New Roman" panose="02020603050405020304" pitchFamily="18" charset="0"/>
                  <a:cs typeface="Times New Roman" panose="02020603050405020304" pitchFamily="18" charset="0"/>
                </a:rPr>
                <a:t> </a:t>
              </a:r>
              <a:r>
                <a:rPr lang="en-US" altLang="zh-CN" sz="1400" dirty="0">
                  <a:solidFill>
                    <a:schemeClr val="bg1"/>
                  </a:solidFill>
                  <a:latin typeface="Times New Roman" panose="02020603050405020304" pitchFamily="18" charset="0"/>
                  <a:cs typeface="Times New Roman" panose="02020603050405020304" pitchFamily="18" charset="0"/>
                </a:rPr>
                <a:t>           </a:t>
              </a:r>
              <a:r>
                <a:rPr lang="vi-VN" altLang="zh-CN" sz="1400" dirty="0">
                  <a:solidFill>
                    <a:schemeClr val="bg1"/>
                  </a:solidFill>
                  <a:latin typeface="Times New Roman" panose="02020603050405020304" pitchFamily="18" charset="0"/>
                  <a:cs typeface="Times New Roman" panose="02020603050405020304" pitchFamily="18" charset="0"/>
                </a:rPr>
                <a:t>mỗi sản phẩm.</a:t>
              </a:r>
              <a:endParaRPr lang="en-US" altLang="zh-CN" sz="14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Đơn hàng (Order) và Chi tiết đơn hàng </a:t>
              </a:r>
              <a:r>
                <a:rPr lang="en-US" altLang="zh-CN" sz="1400" dirty="0">
                  <a:solidFill>
                    <a:schemeClr val="bg1"/>
                  </a:solidFill>
                  <a:latin typeface="Times New Roman" panose="02020603050405020304" pitchFamily="18" charset="0"/>
                  <a:cs typeface="Times New Roman" panose="02020603050405020304" pitchFamily="18" charset="0"/>
                </a:rPr>
                <a:t>      </a:t>
              </a:r>
              <a:r>
                <a:rPr lang="vi-VN" altLang="zh-CN" sz="1400" dirty="0">
                  <a:solidFill>
                    <a:schemeClr val="bg1"/>
                  </a:solidFill>
                  <a:latin typeface="Times New Roman" panose="02020603050405020304" pitchFamily="18" charset="0"/>
                  <a:cs typeface="Times New Roman" panose="02020603050405020304" pitchFamily="18" charset="0"/>
                </a:rPr>
                <a:t>(OrderDetail). </a:t>
              </a:r>
              <a:endParaRPr lang="en-US" altLang="zh-CN" sz="14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Nhập hàng (ImportOrder) và Chi tiết </a:t>
              </a:r>
              <a:r>
                <a:rPr lang="en-US" altLang="zh-CN" sz="1400" dirty="0">
                  <a:solidFill>
                    <a:schemeClr val="bg1"/>
                  </a:solidFill>
                  <a:latin typeface="Times New Roman" panose="02020603050405020304" pitchFamily="18" charset="0"/>
                  <a:cs typeface="Times New Roman" panose="02020603050405020304" pitchFamily="18" charset="0"/>
                </a:rPr>
                <a:t>                                  </a:t>
              </a:r>
              <a:r>
                <a:rPr lang="vi-VN" altLang="zh-CN" sz="1400" dirty="0">
                  <a:solidFill>
                    <a:schemeClr val="bg1"/>
                  </a:solidFill>
                  <a:latin typeface="Times New Roman" panose="02020603050405020304" pitchFamily="18" charset="0"/>
                  <a:cs typeface="Times New Roman" panose="02020603050405020304" pitchFamily="18" charset="0"/>
                </a:rPr>
                <a:t>nhập (ImportOrderDetail). </a:t>
              </a:r>
              <a:endParaRPr lang="en-US" altLang="zh-CN" sz="14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Nhà cung cấp (Supplier). </a:t>
              </a:r>
              <a:endParaRPr lang="en-US" altLang="zh-CN" sz="14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Đánh giá (Review), Yêu thích (Wishlist), </a:t>
              </a:r>
              <a:r>
                <a:rPr lang="en-US" altLang="zh-CN" sz="1400" dirty="0">
                  <a:solidFill>
                    <a:schemeClr val="bg1"/>
                  </a:solidFill>
                  <a:latin typeface="Times New Roman" panose="02020603050405020304" pitchFamily="18" charset="0"/>
                  <a:cs typeface="Times New Roman" panose="02020603050405020304" pitchFamily="18" charset="0"/>
                </a:rPr>
                <a:t>                     </a:t>
              </a:r>
              <a:r>
                <a:rPr lang="vi-VN" altLang="zh-CN" sz="1400" dirty="0">
                  <a:solidFill>
                    <a:schemeClr val="bg1"/>
                  </a:solidFill>
                  <a:latin typeface="Times New Roman" panose="02020603050405020304" pitchFamily="18" charset="0"/>
                  <a:cs typeface="Times New Roman" panose="02020603050405020304" pitchFamily="18" charset="0"/>
                </a:rPr>
                <a:t>Tin tức (News), Hỗ trợ (SupportTicket).</a:t>
              </a:r>
              <a:endParaRPr lang="zh-CN" altLang="en-US" sz="1400" dirty="0">
                <a:solidFill>
                  <a:schemeClr val="bg1"/>
                </a:solidFill>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BF1C959A-80C0-D4B4-651B-02576B4CD4A7}"/>
                </a:ext>
              </a:extLst>
            </p:cNvPr>
            <p:cNvSpPr>
              <a:spLocks noChangeArrowheads="1"/>
            </p:cNvSpPr>
            <p:nvPr/>
          </p:nvSpPr>
          <p:spPr bwMode="auto">
            <a:xfrm>
              <a:off x="8397" y="2415"/>
              <a:ext cx="2669"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278" tIns="34139" rIns="68278" bIns="34139">
              <a:normAutofit/>
            </a:bodyPr>
            <a:lstStyle/>
            <a:p>
              <a:r>
                <a:rPr lang="vi-VN" altLang="zh-CN" sz="1625" b="1" dirty="0">
                  <a:solidFill>
                    <a:srgbClr val="C00000"/>
                  </a:solidFill>
                  <a:latin typeface="Noto Sans" panose="020B0502040504020204" pitchFamily="34" charset="0"/>
                  <a:ea typeface="Noto Sans" panose="020B0502040504020204" pitchFamily="34" charset="0"/>
                  <a:cs typeface="Noto Sans" panose="020B0502040504020204" pitchFamily="34" charset="0"/>
                </a:rPr>
                <a:t>CẤU TRÚC CHÍNH</a:t>
              </a:r>
              <a:endParaRPr lang="en-US" altLang="zh-CN" sz="1625" b="1" dirty="0">
                <a:solidFill>
                  <a:srgbClr val="C00000"/>
                </a:solidFill>
                <a:latin typeface="Noto Sans" panose="020B0502040504020204" pitchFamily="34" charset="0"/>
                <a:ea typeface="Noto Sans" panose="020B0502040504020204" pitchFamily="34" charset="0"/>
                <a:cs typeface="Noto Sans" panose="020B0502040504020204" pitchFamily="34" charset="0"/>
              </a:endParaRPr>
            </a:p>
          </p:txBody>
        </p:sp>
        <p:sp>
          <p:nvSpPr>
            <p:cNvPr id="5" name="矩形 4">
              <a:extLst>
                <a:ext uri="{FF2B5EF4-FFF2-40B4-BE49-F238E27FC236}">
                  <a16:creationId xmlns:a16="http://schemas.microsoft.com/office/drawing/2014/main" id="{9E4077A0-9C63-C02E-EAF6-D6CF1B5CF5CA}"/>
                </a:ext>
              </a:extLst>
            </p:cNvPr>
            <p:cNvSpPr/>
            <p:nvPr/>
          </p:nvSpPr>
          <p:spPr>
            <a:xfrm>
              <a:off x="8566" y="2800"/>
              <a:ext cx="941" cy="64"/>
            </a:xfrm>
            <a:prstGeom prst="rect">
              <a:avLst/>
            </a:prstGeom>
            <a:solidFill>
              <a:srgbClr val="5685B6"/>
            </a:solidFill>
            <a:ln w="12700" cap="flat" cmpd="sng" algn="ctr">
              <a:noFill/>
              <a:prstDash val="solid"/>
              <a:miter lim="800000"/>
            </a:ln>
            <a:effectLst/>
          </p:spPr>
          <p:txBody>
            <a:bodyPr lIns="68281" tIns="34139" rIns="68281" bIns="34139" rtlCol="0" anchor="ctr"/>
            <a:lstStyle/>
            <a:p>
              <a:pPr algn="ctr"/>
              <a:endParaRPr lang="zh-CN" altLang="en-US" sz="1320">
                <a:solidFill>
                  <a:sysClr val="windowText" lastClr="000000">
                    <a:lumMod val="65000"/>
                    <a:lumOff val="35000"/>
                  </a:sysClr>
                </a:solidFill>
                <a:latin typeface="微软雅黑" panose="020B0503020204020204" charset="-122"/>
                <a:ea typeface="微软雅黑"/>
              </a:endParaRPr>
            </a:p>
          </p:txBody>
        </p:sp>
        <p:sp>
          <p:nvSpPr>
            <p:cNvPr id="6" name="矩形 5">
              <a:extLst>
                <a:ext uri="{FF2B5EF4-FFF2-40B4-BE49-F238E27FC236}">
                  <a16:creationId xmlns:a16="http://schemas.microsoft.com/office/drawing/2014/main" id="{32C9A928-91EA-2F9B-270C-3B80AAEB041D}"/>
                </a:ext>
              </a:extLst>
            </p:cNvPr>
            <p:cNvSpPr/>
            <p:nvPr/>
          </p:nvSpPr>
          <p:spPr>
            <a:xfrm>
              <a:off x="9548" y="2802"/>
              <a:ext cx="1021" cy="62"/>
            </a:xfrm>
            <a:prstGeom prst="rect">
              <a:avLst/>
            </a:prstGeom>
            <a:solidFill>
              <a:srgbClr val="083473"/>
            </a:solidFill>
            <a:ln w="12700" cap="flat" cmpd="sng" algn="ctr">
              <a:noFill/>
              <a:prstDash val="solid"/>
              <a:miter lim="800000"/>
            </a:ln>
            <a:effectLst/>
          </p:spPr>
          <p:txBody>
            <a:bodyPr lIns="68281" tIns="34139" rIns="68281" bIns="34139" rtlCol="0" anchor="ctr"/>
            <a:lstStyle/>
            <a:p>
              <a:pPr algn="ctr"/>
              <a:endParaRPr lang="zh-CN" altLang="en-US" sz="1320" dirty="0">
                <a:solidFill>
                  <a:sysClr val="windowText" lastClr="000000">
                    <a:lumMod val="65000"/>
                    <a:lumOff val="35000"/>
                  </a:sysClr>
                </a:solidFill>
                <a:latin typeface="微软雅黑" panose="020B0503020204020204" charset="-122"/>
                <a:ea typeface="微软雅黑"/>
              </a:endParaRPr>
            </a:p>
          </p:txBody>
        </p:sp>
        <p:sp>
          <p:nvSpPr>
            <p:cNvPr id="12" name="Freeform 12">
              <a:extLst>
                <a:ext uri="{FF2B5EF4-FFF2-40B4-BE49-F238E27FC236}">
                  <a16:creationId xmlns:a16="http://schemas.microsoft.com/office/drawing/2014/main" id="{BA5D2A4D-04C1-7502-49AC-E2401ED465B5}"/>
                </a:ext>
              </a:extLst>
            </p:cNvPr>
            <p:cNvSpPr/>
            <p:nvPr/>
          </p:nvSpPr>
          <p:spPr bwMode="auto">
            <a:xfrm>
              <a:off x="8008" y="2076"/>
              <a:ext cx="729" cy="872"/>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5685B6"/>
            </a:solidFill>
            <a:ln>
              <a:noFill/>
            </a:ln>
          </p:spPr>
          <p:txBody>
            <a:bodyPr/>
            <a:lstStyle/>
            <a:p>
              <a:endParaRPr lang="zh-CN" altLang="en-US" sz="1320" dirty="0">
                <a:solidFill>
                  <a:sysClr val="windowText" lastClr="000000">
                    <a:lumMod val="65000"/>
                    <a:lumOff val="35000"/>
                  </a:sysClr>
                </a:solidFill>
              </a:endParaRPr>
            </a:p>
          </p:txBody>
        </p:sp>
        <p:sp>
          <p:nvSpPr>
            <p:cNvPr id="13" name="Freeform 12">
              <a:extLst>
                <a:ext uri="{FF2B5EF4-FFF2-40B4-BE49-F238E27FC236}">
                  <a16:creationId xmlns:a16="http://schemas.microsoft.com/office/drawing/2014/main" id="{5E621DA9-7BF0-E537-56C7-207D23F14352}"/>
                </a:ext>
              </a:extLst>
            </p:cNvPr>
            <p:cNvSpPr/>
            <p:nvPr/>
          </p:nvSpPr>
          <p:spPr bwMode="auto">
            <a:xfrm flipH="1" flipV="1">
              <a:off x="13929" y="9370"/>
              <a:ext cx="681" cy="80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5685B6"/>
            </a:solidFill>
            <a:ln>
              <a:noFill/>
            </a:ln>
          </p:spPr>
          <p:txBody>
            <a:bodyPr/>
            <a:lstStyle/>
            <a:p>
              <a:endParaRPr lang="zh-CN" altLang="en-US" sz="1320" dirty="0">
                <a:solidFill>
                  <a:sysClr val="windowText" lastClr="000000">
                    <a:lumMod val="50000"/>
                    <a:lumOff val="50000"/>
                  </a:sysClr>
                </a:solidFill>
              </a:endParaRPr>
            </a:p>
          </p:txBody>
        </p:sp>
      </p:grpSp>
      <p:sp>
        <p:nvSpPr>
          <p:cNvPr id="15" name="Rectangle 45">
            <a:extLst>
              <a:ext uri="{FF2B5EF4-FFF2-40B4-BE49-F238E27FC236}">
                <a16:creationId xmlns:a16="http://schemas.microsoft.com/office/drawing/2014/main" id="{FE41C012-A065-8003-9065-10996BA000EC}"/>
              </a:ext>
            </a:extLst>
          </p:cNvPr>
          <p:cNvSpPr/>
          <p:nvPr/>
        </p:nvSpPr>
        <p:spPr bwMode="auto">
          <a:xfrm>
            <a:off x="-1979236" y="283231"/>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THIẾT KẾ HỆ THỐNG</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17" name="矩形 3">
            <a:extLst>
              <a:ext uri="{FF2B5EF4-FFF2-40B4-BE49-F238E27FC236}">
                <a16:creationId xmlns:a16="http://schemas.microsoft.com/office/drawing/2014/main" id="{65CD7DF1-AFEE-F6A4-030C-65FB2AE32824}"/>
              </a:ext>
            </a:extLst>
          </p:cNvPr>
          <p:cNvSpPr>
            <a:spLocks noChangeArrowheads="1"/>
          </p:cNvSpPr>
          <p:nvPr/>
        </p:nvSpPr>
        <p:spPr bwMode="auto">
          <a:xfrm>
            <a:off x="1122151" y="623085"/>
            <a:ext cx="3339445" cy="31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278" tIns="34139" rIns="68278" bIns="34139">
            <a:noAutofit/>
          </a:bodyPr>
          <a:lstStyle/>
          <a:p>
            <a:pPr algn="r"/>
            <a:r>
              <a:rPr lang="en-US" altLang="zh-CN" b="1" dirty="0">
                <a:solidFill>
                  <a:srgbClr val="C00000"/>
                </a:solidFill>
                <a:effectLst>
                  <a:outerShdw blurRad="38100" dist="38100" dir="2700000" algn="tl">
                    <a:srgbClr val="000000">
                      <a:alpha val="43137"/>
                    </a:srgbClr>
                  </a:outerShdw>
                </a:effectLst>
                <a:latin typeface="+mn-ea"/>
                <a:cs typeface="Open Sans" panose="020B0606030504020204" pitchFamily="34" charset="0"/>
              </a:rPr>
              <a:t>CDM</a:t>
            </a:r>
            <a:r>
              <a:rPr lang="vi-VN" altLang="zh-CN" b="1" dirty="0">
                <a:solidFill>
                  <a:srgbClr val="C00000"/>
                </a:solidFill>
                <a:effectLst>
                  <a:outerShdw blurRad="38100" dist="38100" dir="2700000" algn="tl">
                    <a:srgbClr val="000000">
                      <a:alpha val="43137"/>
                    </a:srgbClr>
                  </a:outerShdw>
                </a:effectLst>
                <a:latin typeface="+mn-ea"/>
                <a:cs typeface="Open Sans" panose="020B0606030504020204" pitchFamily="34" charset="0"/>
              </a:rPr>
              <a:t> (Conceptual Data Model)</a:t>
            </a:r>
            <a:endParaRPr lang="en-US" altLang="zh-CN" b="1" dirty="0">
              <a:solidFill>
                <a:srgbClr val="C00000"/>
              </a:solidFill>
              <a:effectLst>
                <a:outerShdw blurRad="38100" dist="38100" dir="2700000" algn="tl">
                  <a:srgbClr val="000000">
                    <a:alpha val="43137"/>
                  </a:srgbClr>
                </a:outerShdw>
              </a:effectLst>
              <a:latin typeface="+mn-ea"/>
              <a:cs typeface="Open Sans" panose="020B0606030504020204" pitchFamily="34" charset="0"/>
            </a:endParaRPr>
          </a:p>
        </p:txBody>
      </p:sp>
      <p:sp>
        <p:nvSpPr>
          <p:cNvPr id="16" name="矩形 47">
            <a:extLst>
              <a:ext uri="{FF2B5EF4-FFF2-40B4-BE49-F238E27FC236}">
                <a16:creationId xmlns:a16="http://schemas.microsoft.com/office/drawing/2014/main" id="{ED6A4989-165D-E2B6-B22A-BC3D0E73E3CB}"/>
              </a:ext>
            </a:extLst>
          </p:cNvPr>
          <p:cNvSpPr>
            <a:spLocks noChangeArrowheads="1"/>
          </p:cNvSpPr>
          <p:nvPr/>
        </p:nvSpPr>
        <p:spPr bwMode="auto">
          <a:xfrm>
            <a:off x="380375" y="4916809"/>
            <a:ext cx="3903359" cy="217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278" tIns="34139" rIns="68278" bIns="34139">
            <a:normAutofit/>
          </a:bodyPr>
          <a:lstStyle/>
          <a:p>
            <a:pPr marL="285750" indent="-285750">
              <a:lnSpc>
                <a:spcPct val="120000"/>
              </a:lnSpc>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Danh mục 1 – Nhiều Sản phẩm </a:t>
            </a:r>
            <a:endParaRPr lang="en-US" altLang="zh-CN" sz="1400" dirty="0">
              <a:solidFill>
                <a:schemeClr val="bg1"/>
              </a:solidFill>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Sản phẩm 1 – Nhiều Hình ảnh</a:t>
            </a:r>
            <a:endParaRPr lang="en-US" altLang="zh-CN" sz="1400" dirty="0">
              <a:solidFill>
                <a:schemeClr val="bg1"/>
              </a:solidFill>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 Người dùng 1 – Nhiều Đơn hàng</a:t>
            </a:r>
            <a:endParaRPr lang="en-US" altLang="zh-CN" sz="1400" dirty="0">
              <a:solidFill>
                <a:schemeClr val="bg1"/>
              </a:solidFill>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 Đơn hàng 1 – Nhiều Chi tiết đơn hàng </a:t>
            </a:r>
            <a:endParaRPr lang="en-US" altLang="zh-CN" sz="1400" dirty="0">
              <a:solidFill>
                <a:schemeClr val="bg1"/>
              </a:solidFill>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Nhập hàng 1 – Nhiều Chi tiết nhập </a:t>
            </a:r>
            <a:endParaRPr lang="en-US" altLang="zh-CN" sz="1400" dirty="0">
              <a:solidFill>
                <a:schemeClr val="bg1"/>
              </a:solidFill>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Nhà cung cấp 1 – Nhiều Phiếu nhập </a:t>
            </a:r>
            <a:endParaRPr lang="en-US" altLang="zh-CN" sz="1400" dirty="0">
              <a:solidFill>
                <a:schemeClr val="bg1"/>
              </a:solidFill>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vi-VN" altLang="zh-CN" sz="1400" dirty="0">
                <a:solidFill>
                  <a:schemeClr val="bg1"/>
                </a:solidFill>
                <a:latin typeface="Times New Roman" panose="02020603050405020304" pitchFamily="18" charset="0"/>
                <a:cs typeface="Times New Roman" panose="02020603050405020304" pitchFamily="18" charset="0"/>
              </a:rPr>
              <a:t>Sản phẩm 1 – Nhiều Đánh giá / Nhiều Yêu thích</a:t>
            </a:r>
            <a:endParaRPr lang="zh-CN" altLang="en-US" sz="1400" dirty="0">
              <a:solidFill>
                <a:schemeClr val="bg1"/>
              </a:solidFill>
              <a:latin typeface="Times New Roman" panose="02020603050405020304" pitchFamily="18" charset="0"/>
              <a:cs typeface="Times New Roman" panose="02020603050405020304" pitchFamily="18" charset="0"/>
            </a:endParaRPr>
          </a:p>
        </p:txBody>
      </p:sp>
      <p:sp>
        <p:nvSpPr>
          <p:cNvPr id="18" name="矩形 3">
            <a:extLst>
              <a:ext uri="{FF2B5EF4-FFF2-40B4-BE49-F238E27FC236}">
                <a16:creationId xmlns:a16="http://schemas.microsoft.com/office/drawing/2014/main" id="{30A88398-53AF-88D3-6E91-6F5DEB7AC211}"/>
              </a:ext>
            </a:extLst>
          </p:cNvPr>
          <p:cNvSpPr>
            <a:spLocks noChangeArrowheads="1"/>
          </p:cNvSpPr>
          <p:nvPr/>
        </p:nvSpPr>
        <p:spPr bwMode="auto">
          <a:xfrm>
            <a:off x="540098" y="4509894"/>
            <a:ext cx="1694815" cy="31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278" tIns="34139" rIns="68278" bIns="34139">
            <a:normAutofit/>
          </a:bodyPr>
          <a:lstStyle/>
          <a:p>
            <a:r>
              <a:rPr lang="en-US" altLang="zh-CN" sz="1625" b="1" dirty="0">
                <a:solidFill>
                  <a:srgbClr val="C00000"/>
                </a:solidFill>
                <a:latin typeface="Noto Sans" panose="020B0502040504020204" pitchFamily="34" charset="0"/>
                <a:ea typeface="Noto Sans" panose="020B0502040504020204" pitchFamily="34" charset="0"/>
                <a:cs typeface="Noto Sans" panose="020B0502040504020204" pitchFamily="34" charset="0"/>
              </a:rPr>
              <a:t>CÁC </a:t>
            </a:r>
            <a:r>
              <a:rPr lang="vi-VN" altLang="zh-CN" sz="1625" b="1" dirty="0">
                <a:solidFill>
                  <a:srgbClr val="C00000"/>
                </a:solidFill>
                <a:latin typeface="Noto Sans" panose="020B0502040504020204" pitchFamily="34" charset="0"/>
                <a:ea typeface="Noto Sans" panose="020B0502040504020204" pitchFamily="34" charset="0"/>
                <a:cs typeface="Noto Sans" panose="020B0502040504020204" pitchFamily="34" charset="0"/>
              </a:rPr>
              <a:t>MỐI QUAN HỆ</a:t>
            </a:r>
            <a:r>
              <a:rPr lang="en-US" altLang="zh-CN" sz="1625" b="1" dirty="0">
                <a:solidFill>
                  <a:srgbClr val="C00000"/>
                </a:solidFill>
                <a:latin typeface="Noto Sans" panose="020B0502040504020204" pitchFamily="34" charset="0"/>
                <a:ea typeface="Noto Sans" panose="020B0502040504020204" pitchFamily="34" charset="0"/>
                <a:cs typeface="Noto Sans" panose="020B0502040504020204" pitchFamily="34" charset="0"/>
              </a:rPr>
              <a:t> CHÍNH</a:t>
            </a:r>
          </a:p>
        </p:txBody>
      </p:sp>
      <p:sp>
        <p:nvSpPr>
          <p:cNvPr id="20" name="矩形 4">
            <a:extLst>
              <a:ext uri="{FF2B5EF4-FFF2-40B4-BE49-F238E27FC236}">
                <a16:creationId xmlns:a16="http://schemas.microsoft.com/office/drawing/2014/main" id="{27877C7A-A595-C646-5116-68C73E2DEF43}"/>
              </a:ext>
            </a:extLst>
          </p:cNvPr>
          <p:cNvSpPr/>
          <p:nvPr/>
        </p:nvSpPr>
        <p:spPr>
          <a:xfrm>
            <a:off x="616278" y="4820287"/>
            <a:ext cx="597535" cy="40640"/>
          </a:xfrm>
          <a:prstGeom prst="rect">
            <a:avLst/>
          </a:prstGeom>
          <a:solidFill>
            <a:srgbClr val="5685B6"/>
          </a:solidFill>
          <a:ln w="12700" cap="flat" cmpd="sng" algn="ctr">
            <a:noFill/>
            <a:prstDash val="solid"/>
            <a:miter lim="800000"/>
          </a:ln>
          <a:effectLst/>
        </p:spPr>
        <p:txBody>
          <a:bodyPr lIns="68281" tIns="34139" rIns="68281" bIns="34139" rtlCol="0" anchor="ctr"/>
          <a:lstStyle/>
          <a:p>
            <a:pPr algn="ctr"/>
            <a:endParaRPr lang="zh-CN" altLang="en-US" sz="1320">
              <a:solidFill>
                <a:sysClr val="windowText" lastClr="000000">
                  <a:lumMod val="65000"/>
                  <a:lumOff val="35000"/>
                </a:sysClr>
              </a:solidFill>
              <a:latin typeface="微软雅黑" panose="020B0503020204020204" charset="-122"/>
              <a:ea typeface="微软雅黑"/>
            </a:endParaRPr>
          </a:p>
        </p:txBody>
      </p:sp>
      <p:sp>
        <p:nvSpPr>
          <p:cNvPr id="21" name="矩形 5">
            <a:extLst>
              <a:ext uri="{FF2B5EF4-FFF2-40B4-BE49-F238E27FC236}">
                <a16:creationId xmlns:a16="http://schemas.microsoft.com/office/drawing/2014/main" id="{2AA760E2-20BB-90F2-AA44-2E4DFA73EE3C}"/>
              </a:ext>
            </a:extLst>
          </p:cNvPr>
          <p:cNvSpPr/>
          <p:nvPr/>
        </p:nvSpPr>
        <p:spPr>
          <a:xfrm>
            <a:off x="1228418" y="4820286"/>
            <a:ext cx="2060837" cy="45719"/>
          </a:xfrm>
          <a:prstGeom prst="rect">
            <a:avLst/>
          </a:prstGeom>
          <a:solidFill>
            <a:srgbClr val="083473"/>
          </a:solidFill>
          <a:ln w="12700" cap="flat" cmpd="sng" algn="ctr">
            <a:noFill/>
            <a:prstDash val="solid"/>
            <a:miter lim="800000"/>
          </a:ln>
          <a:effectLst/>
        </p:spPr>
        <p:txBody>
          <a:bodyPr lIns="68281" tIns="34139" rIns="68281" bIns="34139" rtlCol="0" anchor="ctr"/>
          <a:lstStyle/>
          <a:p>
            <a:pPr algn="ctr"/>
            <a:endParaRPr lang="zh-CN" altLang="en-US" sz="1320" dirty="0">
              <a:solidFill>
                <a:sysClr val="windowText" lastClr="000000">
                  <a:lumMod val="65000"/>
                  <a:lumOff val="35000"/>
                </a:sysClr>
              </a:solidFill>
              <a:latin typeface="微软雅黑" panose="020B0503020204020204" charset="-122"/>
              <a:ea typeface="微软雅黑"/>
            </a:endParaRPr>
          </a:p>
        </p:txBody>
      </p:sp>
      <p:sp>
        <p:nvSpPr>
          <p:cNvPr id="7" name="Slide Number Placeholder 6">
            <a:extLst>
              <a:ext uri="{FF2B5EF4-FFF2-40B4-BE49-F238E27FC236}">
                <a16:creationId xmlns:a16="http://schemas.microsoft.com/office/drawing/2014/main" id="{AB3834F5-DE0A-4EF8-8B77-5DC2DD7AA66C}"/>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9</a:t>
            </a:fld>
            <a:endParaRPr lang="zh-CN" altLang="en-US" sz="2435" dirty="0">
              <a:solidFill>
                <a:schemeClr val="bg1"/>
              </a:solidFill>
            </a:endParaRPr>
          </a:p>
        </p:txBody>
      </p:sp>
      <p:pic>
        <p:nvPicPr>
          <p:cNvPr id="23" name="Picture 22">
            <a:extLst>
              <a:ext uri="{FF2B5EF4-FFF2-40B4-BE49-F238E27FC236}">
                <a16:creationId xmlns:a16="http://schemas.microsoft.com/office/drawing/2014/main" id="{46A5B7CC-755C-4349-B5CA-B8AF43B1012F}"/>
              </a:ext>
            </a:extLst>
          </p:cNvPr>
          <p:cNvPicPr/>
          <p:nvPr/>
        </p:nvPicPr>
        <p:blipFill>
          <a:blip r:embed="rId3"/>
          <a:stretch>
            <a:fillRect/>
          </a:stretch>
        </p:blipFill>
        <p:spPr>
          <a:xfrm>
            <a:off x="3663296" y="911764"/>
            <a:ext cx="8370770" cy="5277434"/>
          </a:xfrm>
          <a:prstGeom prst="rect">
            <a:avLst/>
          </a:prstGeom>
        </p:spPr>
      </p:pic>
    </p:spTree>
    <p:extLst>
      <p:ext uri="{BB962C8B-B14F-4D97-AF65-F5344CB8AC3E}">
        <p14:creationId xmlns:p14="http://schemas.microsoft.com/office/powerpoint/2010/main" val="1241768351"/>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outVertic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9784" y="2517413"/>
            <a:ext cx="487680" cy="1956547"/>
          </a:xfrm>
          <a:prstGeom prst="rect">
            <a:avLst/>
          </a:prstGeom>
          <a:noFill/>
        </p:spPr>
        <p:txBody>
          <a:bodyPr vert="vert" wrap="square" rtlCol="0">
            <a:normAutofit/>
          </a:bodyPr>
          <a:lstStyle/>
          <a:p>
            <a:pPr algn="dist"/>
            <a:r>
              <a:rPr lang="vi-VN" altLang="vi-VN" sz="2000" b="1">
                <a:latin typeface="Noto Sans"/>
                <a:ea typeface="Noto Sans"/>
              </a:rPr>
              <a:t>VIỆC KINH</a:t>
            </a:r>
            <a:endParaRPr lang="zh-CN" altLang="en-US" sz="2000" b="1"/>
          </a:p>
        </p:txBody>
      </p:sp>
      <p:sp>
        <p:nvSpPr>
          <p:cNvPr id="7" name="文本框 6"/>
          <p:cNvSpPr txBox="1"/>
          <p:nvPr/>
        </p:nvSpPr>
        <p:spPr>
          <a:xfrm>
            <a:off x="1100950" y="1825395"/>
            <a:ext cx="4342939" cy="762000"/>
          </a:xfrm>
          <a:prstGeom prst="rect">
            <a:avLst/>
          </a:prstGeom>
          <a:noFill/>
        </p:spPr>
        <p:txBody>
          <a:bodyPr wrap="square" rtlCol="0">
            <a:normAutofit/>
          </a:bodyPr>
          <a:lstStyle/>
          <a:p>
            <a:r>
              <a:rPr lang="vi-VN" altLang="vi-VN" sz="4400" b="1" dirty="0">
                <a:solidFill>
                  <a:srgbClr val="4F81BD"/>
                </a:solidFill>
                <a:latin typeface="Noto Sans"/>
                <a:ea typeface="Noto Sans"/>
              </a:rPr>
              <a:t>PHẦN BA</a:t>
            </a:r>
            <a:endParaRPr lang="zh-CN" altLang="en-US" sz="4800" b="1" dirty="0">
              <a:solidFill>
                <a:srgbClr val="4F81BD"/>
              </a:solidFill>
            </a:endParaRPr>
          </a:p>
        </p:txBody>
      </p:sp>
      <p:sp>
        <p:nvSpPr>
          <p:cNvPr id="8" name="文本框 7"/>
          <p:cNvSpPr txBox="1"/>
          <p:nvPr/>
        </p:nvSpPr>
        <p:spPr>
          <a:xfrm>
            <a:off x="1051763" y="2656772"/>
            <a:ext cx="4116880" cy="1142403"/>
          </a:xfrm>
          <a:prstGeom prst="rect">
            <a:avLst/>
          </a:prstGeom>
          <a:noFill/>
        </p:spPr>
        <p:txBody>
          <a:bodyPr wrap="square" rtlCol="0">
            <a:noAutofit/>
          </a:bodyPr>
          <a:lstStyle/>
          <a:p>
            <a:pPr>
              <a:lnSpc>
                <a:spcPct val="120000"/>
              </a:lnSpc>
            </a:pPr>
            <a:r>
              <a:rPr lang="en-US" altLang="vi-VN" sz="3000" b="1" dirty="0">
                <a:solidFill>
                  <a:schemeClr val="bg1"/>
                </a:solidFill>
                <a:latin typeface="Noto Sans"/>
                <a:ea typeface="Noto Sans"/>
              </a:rPr>
              <a:t>TRIỂN KHAI &amp; CHỨC NĂNG </a:t>
            </a:r>
            <a:r>
              <a:rPr lang="vi-VN" altLang="vi-VN" sz="3000" b="1" dirty="0">
                <a:solidFill>
                  <a:schemeClr val="bg1"/>
                </a:solidFill>
                <a:latin typeface="Noto Sans"/>
                <a:ea typeface="Noto Sans"/>
              </a:rPr>
              <a:t>HỆ THỐNG</a:t>
            </a:r>
          </a:p>
        </p:txBody>
      </p:sp>
      <p:cxnSp>
        <p:nvCxnSpPr>
          <p:cNvPr id="12" name="直接连接符 11"/>
          <p:cNvCxnSpPr>
            <a:cxnSpLocks/>
          </p:cNvCxnSpPr>
          <p:nvPr/>
        </p:nvCxnSpPr>
        <p:spPr>
          <a:xfrm>
            <a:off x="1872682" y="3821621"/>
            <a:ext cx="1948627" cy="0"/>
          </a:xfrm>
          <a:prstGeom prst="line">
            <a:avLst/>
          </a:prstGeom>
          <a:ln w="41275">
            <a:solidFill>
              <a:srgbClr val="4F81BD"/>
            </a:solidFill>
          </a:ln>
        </p:spPr>
        <p:style>
          <a:lnRef idx="1">
            <a:schemeClr val="accent1"/>
          </a:lnRef>
          <a:fillRef idx="0">
            <a:schemeClr val="accent1"/>
          </a:fillRef>
          <a:effectRef idx="0">
            <a:schemeClr val="accent1"/>
          </a:effectRef>
          <a:fontRef idx="minor">
            <a:schemeClr val="tx1"/>
          </a:fontRef>
        </p:style>
      </p:cxnSp>
      <p:sp>
        <p:nvSpPr>
          <p:cNvPr id="21" name="等腰三角形 12"/>
          <p:cNvSpPr/>
          <p:nvPr/>
        </p:nvSpPr>
        <p:spPr>
          <a:xfrm rot="19800000">
            <a:off x="11079596" y="2146838"/>
            <a:ext cx="986856" cy="766613"/>
          </a:xfrm>
          <a:custGeom>
            <a:avLst/>
            <a:gdLst>
              <a:gd name="connsiteX0" fmla="*/ 0 w 986856"/>
              <a:gd name="connsiteY0" fmla="*/ 721831 h 721831"/>
              <a:gd name="connsiteX1" fmla="*/ 493428 w 986856"/>
              <a:gd name="connsiteY1" fmla="*/ 0 h 721831"/>
              <a:gd name="connsiteX2" fmla="*/ 986856 w 986856"/>
              <a:gd name="connsiteY2" fmla="*/ 721831 h 721831"/>
              <a:gd name="connsiteX3" fmla="*/ 0 w 986856"/>
              <a:gd name="connsiteY3" fmla="*/ 721831 h 721831"/>
              <a:gd name="connsiteX0-1" fmla="*/ 0 w 986856"/>
              <a:gd name="connsiteY0-2" fmla="*/ 766613 h 766613"/>
              <a:gd name="connsiteX1-3" fmla="*/ 550336 w 986856"/>
              <a:gd name="connsiteY1-4" fmla="*/ 0 h 766613"/>
              <a:gd name="connsiteX2-5" fmla="*/ 986856 w 986856"/>
              <a:gd name="connsiteY2-6" fmla="*/ 766613 h 766613"/>
              <a:gd name="connsiteX3-7" fmla="*/ 0 w 986856"/>
              <a:gd name="connsiteY3-8" fmla="*/ 766613 h 766613"/>
            </a:gdLst>
            <a:ahLst/>
            <a:cxnLst>
              <a:cxn ang="0">
                <a:pos x="connsiteX0-1" y="connsiteY0-2"/>
              </a:cxn>
              <a:cxn ang="0">
                <a:pos x="connsiteX1-3" y="connsiteY1-4"/>
              </a:cxn>
              <a:cxn ang="0">
                <a:pos x="connsiteX2-5" y="connsiteY2-6"/>
              </a:cxn>
              <a:cxn ang="0">
                <a:pos x="connsiteX3-7" y="connsiteY3-8"/>
              </a:cxn>
            </a:cxnLst>
            <a:rect l="l" t="t" r="r" b="b"/>
            <a:pathLst>
              <a:path w="986856" h="766613">
                <a:moveTo>
                  <a:pt x="0" y="766613"/>
                </a:moveTo>
                <a:lnTo>
                  <a:pt x="550336" y="0"/>
                </a:lnTo>
                <a:lnTo>
                  <a:pt x="986856" y="766613"/>
                </a:lnTo>
                <a:lnTo>
                  <a:pt x="0" y="766613"/>
                </a:lnTo>
                <a:close/>
              </a:path>
            </a:pathLst>
          </a:custGeom>
          <a:solidFill>
            <a:srgbClr val="4F81B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16200000">
            <a:off x="10366093" y="2795420"/>
            <a:ext cx="2010385" cy="1733090"/>
          </a:xfrm>
          <a:prstGeom prst="triangle">
            <a:avLst/>
          </a:prstGeom>
          <a:solidFill>
            <a:srgbClr val="0070C0"/>
          </a:solidFill>
          <a:ln>
            <a:noFill/>
          </a:ln>
          <a:effectLst>
            <a:outerShdw blurRad="50800" dist="38100" dir="8100000" sx="104000" sy="104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nvSpPr>
        <p:spPr>
          <a:xfrm rot="8681015">
            <a:off x="10627785" y="3504906"/>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rot="16200000">
            <a:off x="10249636" y="1386348"/>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nvSpPr>
        <p:spPr>
          <a:xfrm rot="5400000">
            <a:off x="10839548" y="14444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rot="18903724">
            <a:off x="6723299" y="3609982"/>
            <a:ext cx="4185063" cy="4759609"/>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18903724">
            <a:off x="-1820958" y="-1021408"/>
            <a:ext cx="4185063" cy="252465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6"/>
          <p:cNvSpPr>
            <a:spLocks noEditPoints="1"/>
          </p:cNvSpPr>
          <p:nvPr/>
        </p:nvSpPr>
        <p:spPr bwMode="auto">
          <a:xfrm>
            <a:off x="3821309" y="1679311"/>
            <a:ext cx="1124585" cy="919480"/>
          </a:xfrm>
          <a:custGeom>
            <a:avLst/>
            <a:gdLst>
              <a:gd name="T0" fmla="*/ 725 w 1364"/>
              <a:gd name="T1" fmla="*/ 847 h 1123"/>
              <a:gd name="T2" fmla="*/ 51 w 1364"/>
              <a:gd name="T3" fmla="*/ 757 h 1123"/>
              <a:gd name="T4" fmla="*/ 1159 w 1364"/>
              <a:gd name="T5" fmla="*/ 786 h 1123"/>
              <a:gd name="T6" fmla="*/ 1143 w 1364"/>
              <a:gd name="T7" fmla="*/ 765 h 1123"/>
              <a:gd name="T8" fmla="*/ 720 w 1364"/>
              <a:gd name="T9" fmla="*/ 805 h 1123"/>
              <a:gd name="T10" fmla="*/ 57 w 1364"/>
              <a:gd name="T11" fmla="*/ 484 h 1123"/>
              <a:gd name="T12" fmla="*/ 733 w 1364"/>
              <a:gd name="T13" fmla="*/ 828 h 1123"/>
              <a:gd name="T14" fmla="*/ 1158 w 1364"/>
              <a:gd name="T15" fmla="*/ 621 h 1123"/>
              <a:gd name="T16" fmla="*/ 720 w 1364"/>
              <a:gd name="T17" fmla="*/ 805 h 1123"/>
              <a:gd name="T18" fmla="*/ 1001 w 1364"/>
              <a:gd name="T19" fmla="*/ 579 h 1123"/>
              <a:gd name="T20" fmla="*/ 990 w 1364"/>
              <a:gd name="T21" fmla="*/ 441 h 1123"/>
              <a:gd name="T22" fmla="*/ 284 w 1364"/>
              <a:gd name="T23" fmla="*/ 432 h 1123"/>
              <a:gd name="T24" fmla="*/ 71 w 1364"/>
              <a:gd name="T25" fmla="*/ 478 h 1123"/>
              <a:gd name="T26" fmla="*/ 720 w 1364"/>
              <a:gd name="T27" fmla="*/ 1101 h 1123"/>
              <a:gd name="T28" fmla="*/ 57 w 1364"/>
              <a:gd name="T29" fmla="*/ 780 h 1123"/>
              <a:gd name="T30" fmla="*/ 733 w 1364"/>
              <a:gd name="T31" fmla="*/ 1123 h 1123"/>
              <a:gd name="T32" fmla="*/ 1158 w 1364"/>
              <a:gd name="T33" fmla="*/ 917 h 1123"/>
              <a:gd name="T34" fmla="*/ 720 w 1364"/>
              <a:gd name="T35" fmla="*/ 1101 h 1123"/>
              <a:gd name="T36" fmla="*/ 1067 w 1364"/>
              <a:gd name="T37" fmla="*/ 344 h 1123"/>
              <a:gd name="T38" fmla="*/ 1056 w 1364"/>
              <a:gd name="T39" fmla="*/ 368 h 1123"/>
              <a:gd name="T40" fmla="*/ 1063 w 1364"/>
              <a:gd name="T41" fmla="*/ 404 h 1123"/>
              <a:gd name="T42" fmla="*/ 1035 w 1364"/>
              <a:gd name="T43" fmla="*/ 562 h 1123"/>
              <a:gd name="T44" fmla="*/ 1115 w 1364"/>
              <a:gd name="T45" fmla="*/ 422 h 1123"/>
              <a:gd name="T46" fmla="*/ 1106 w 1364"/>
              <a:gd name="T47" fmla="*/ 389 h 1123"/>
              <a:gd name="T48" fmla="*/ 1114 w 1364"/>
              <a:gd name="T49" fmla="*/ 352 h 1123"/>
              <a:gd name="T50" fmla="*/ 1104 w 1364"/>
              <a:gd name="T51" fmla="*/ 226 h 1123"/>
              <a:gd name="T52" fmla="*/ 1356 w 1364"/>
              <a:gd name="T53" fmla="*/ 174 h 1123"/>
              <a:gd name="T54" fmla="*/ 773 w 1364"/>
              <a:gd name="T55" fmla="*/ 4 h 1123"/>
              <a:gd name="T56" fmla="*/ 413 w 1364"/>
              <a:gd name="T57" fmla="*/ 28 h 1123"/>
              <a:gd name="T58" fmla="*/ 11 w 1364"/>
              <a:gd name="T59" fmla="*/ 76 h 1123"/>
              <a:gd name="T60" fmla="*/ 480 w 1364"/>
              <a:gd name="T61" fmla="*/ 323 h 1123"/>
              <a:gd name="T62" fmla="*/ 1039 w 1364"/>
              <a:gd name="T63" fmla="*/ 238 h 1123"/>
              <a:gd name="T64" fmla="*/ 628 w 1364"/>
              <a:gd name="T65" fmla="*/ 161 h 1123"/>
              <a:gd name="T66" fmla="*/ 1054 w 1364"/>
              <a:gd name="T67" fmla="*/ 204 h 1123"/>
              <a:gd name="T68" fmla="*/ 961 w 1364"/>
              <a:gd name="T69" fmla="*/ 281 h 1123"/>
              <a:gd name="T70" fmla="*/ 315 w 1364"/>
              <a:gd name="T71" fmla="*/ 432 h 1123"/>
              <a:gd name="T72" fmla="*/ 466 w 1364"/>
              <a:gd name="T73" fmla="*/ 350 h 1123"/>
              <a:gd name="T74" fmla="*/ 961 w 1364"/>
              <a:gd name="T75" fmla="*/ 281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64" h="1123">
                <a:moveTo>
                  <a:pt x="717" y="953"/>
                </a:moveTo>
                <a:cubicBezTo>
                  <a:pt x="707" y="917"/>
                  <a:pt x="707" y="881"/>
                  <a:pt x="725" y="847"/>
                </a:cubicBezTo>
                <a:lnTo>
                  <a:pt x="54" y="632"/>
                </a:lnTo>
                <a:cubicBezTo>
                  <a:pt x="28" y="665"/>
                  <a:pt x="21" y="710"/>
                  <a:pt x="51" y="757"/>
                </a:cubicBezTo>
                <a:lnTo>
                  <a:pt x="730" y="975"/>
                </a:lnTo>
                <a:lnTo>
                  <a:pt x="1159" y="786"/>
                </a:lnTo>
                <a:cubicBezTo>
                  <a:pt x="1170" y="781"/>
                  <a:pt x="1169" y="773"/>
                  <a:pt x="1155" y="768"/>
                </a:cubicBezTo>
                <a:lnTo>
                  <a:pt x="1143" y="765"/>
                </a:lnTo>
                <a:lnTo>
                  <a:pt x="717" y="953"/>
                </a:lnTo>
                <a:close/>
                <a:moveTo>
                  <a:pt x="720" y="805"/>
                </a:moveTo>
                <a:cubicBezTo>
                  <a:pt x="710" y="770"/>
                  <a:pt x="710" y="734"/>
                  <a:pt x="729" y="700"/>
                </a:cubicBezTo>
                <a:lnTo>
                  <a:pt x="57" y="484"/>
                </a:lnTo>
                <a:cubicBezTo>
                  <a:pt x="31" y="518"/>
                  <a:pt x="24" y="563"/>
                  <a:pt x="55" y="610"/>
                </a:cubicBezTo>
                <a:lnTo>
                  <a:pt x="733" y="828"/>
                </a:lnTo>
                <a:lnTo>
                  <a:pt x="1162" y="639"/>
                </a:lnTo>
                <a:cubicBezTo>
                  <a:pt x="1174" y="633"/>
                  <a:pt x="1172" y="626"/>
                  <a:pt x="1158" y="621"/>
                </a:cubicBezTo>
                <a:lnTo>
                  <a:pt x="1146" y="617"/>
                </a:lnTo>
                <a:lnTo>
                  <a:pt x="720" y="805"/>
                </a:lnTo>
                <a:close/>
                <a:moveTo>
                  <a:pt x="742" y="694"/>
                </a:moveTo>
                <a:lnTo>
                  <a:pt x="1001" y="579"/>
                </a:lnTo>
                <a:lnTo>
                  <a:pt x="1021" y="451"/>
                </a:lnTo>
                <a:lnTo>
                  <a:pt x="990" y="441"/>
                </a:lnTo>
                <a:cubicBezTo>
                  <a:pt x="976" y="548"/>
                  <a:pt x="711" y="556"/>
                  <a:pt x="638" y="556"/>
                </a:cubicBezTo>
                <a:cubicBezTo>
                  <a:pt x="562" y="556"/>
                  <a:pt x="284" y="548"/>
                  <a:pt x="284" y="432"/>
                </a:cubicBezTo>
                <a:lnTo>
                  <a:pt x="284" y="384"/>
                </a:lnTo>
                <a:lnTo>
                  <a:pt x="71" y="478"/>
                </a:lnTo>
                <a:lnTo>
                  <a:pt x="742" y="694"/>
                </a:lnTo>
                <a:close/>
                <a:moveTo>
                  <a:pt x="720" y="1101"/>
                </a:moveTo>
                <a:cubicBezTo>
                  <a:pt x="710" y="1066"/>
                  <a:pt x="710" y="1030"/>
                  <a:pt x="728" y="995"/>
                </a:cubicBezTo>
                <a:lnTo>
                  <a:pt x="57" y="780"/>
                </a:lnTo>
                <a:cubicBezTo>
                  <a:pt x="31" y="814"/>
                  <a:pt x="24" y="858"/>
                  <a:pt x="54" y="906"/>
                </a:cubicBezTo>
                <a:lnTo>
                  <a:pt x="733" y="1123"/>
                </a:lnTo>
                <a:lnTo>
                  <a:pt x="1162" y="934"/>
                </a:lnTo>
                <a:cubicBezTo>
                  <a:pt x="1173" y="929"/>
                  <a:pt x="1171" y="921"/>
                  <a:pt x="1158" y="917"/>
                </a:cubicBezTo>
                <a:lnTo>
                  <a:pt x="1146" y="913"/>
                </a:lnTo>
                <a:lnTo>
                  <a:pt x="720" y="1101"/>
                </a:lnTo>
                <a:close/>
                <a:moveTo>
                  <a:pt x="1067" y="219"/>
                </a:moveTo>
                <a:lnTo>
                  <a:pt x="1067" y="344"/>
                </a:lnTo>
                <a:cubicBezTo>
                  <a:pt x="1062" y="345"/>
                  <a:pt x="1058" y="348"/>
                  <a:pt x="1058" y="352"/>
                </a:cubicBezTo>
                <a:lnTo>
                  <a:pt x="1056" y="368"/>
                </a:lnTo>
                <a:cubicBezTo>
                  <a:pt x="1056" y="378"/>
                  <a:pt x="1065" y="382"/>
                  <a:pt x="1064" y="389"/>
                </a:cubicBezTo>
                <a:lnTo>
                  <a:pt x="1063" y="404"/>
                </a:lnTo>
                <a:cubicBezTo>
                  <a:pt x="1063" y="410"/>
                  <a:pt x="1057" y="415"/>
                  <a:pt x="1056" y="422"/>
                </a:cubicBezTo>
                <a:lnTo>
                  <a:pt x="1035" y="562"/>
                </a:lnTo>
                <a:cubicBezTo>
                  <a:pt x="1043" y="579"/>
                  <a:pt x="1127" y="579"/>
                  <a:pt x="1136" y="562"/>
                </a:cubicBezTo>
                <a:lnTo>
                  <a:pt x="1115" y="422"/>
                </a:lnTo>
                <a:cubicBezTo>
                  <a:pt x="1114" y="415"/>
                  <a:pt x="1108" y="410"/>
                  <a:pt x="1107" y="404"/>
                </a:cubicBezTo>
                <a:lnTo>
                  <a:pt x="1106" y="389"/>
                </a:lnTo>
                <a:cubicBezTo>
                  <a:pt x="1106" y="381"/>
                  <a:pt x="1115" y="379"/>
                  <a:pt x="1115" y="369"/>
                </a:cubicBezTo>
                <a:lnTo>
                  <a:pt x="1114" y="352"/>
                </a:lnTo>
                <a:cubicBezTo>
                  <a:pt x="1113" y="347"/>
                  <a:pt x="1109" y="344"/>
                  <a:pt x="1104" y="344"/>
                </a:cubicBezTo>
                <a:cubicBezTo>
                  <a:pt x="1104" y="218"/>
                  <a:pt x="1104" y="362"/>
                  <a:pt x="1104" y="226"/>
                </a:cubicBezTo>
                <a:lnTo>
                  <a:pt x="1356" y="183"/>
                </a:lnTo>
                <a:cubicBezTo>
                  <a:pt x="1362" y="182"/>
                  <a:pt x="1364" y="177"/>
                  <a:pt x="1356" y="174"/>
                </a:cubicBezTo>
                <a:cubicBezTo>
                  <a:pt x="1235" y="139"/>
                  <a:pt x="1125" y="107"/>
                  <a:pt x="1024" y="77"/>
                </a:cubicBezTo>
                <a:cubicBezTo>
                  <a:pt x="934" y="51"/>
                  <a:pt x="850" y="26"/>
                  <a:pt x="773" y="4"/>
                </a:cubicBezTo>
                <a:cubicBezTo>
                  <a:pt x="759" y="0"/>
                  <a:pt x="750" y="0"/>
                  <a:pt x="736" y="1"/>
                </a:cubicBezTo>
                <a:cubicBezTo>
                  <a:pt x="635" y="9"/>
                  <a:pt x="527" y="18"/>
                  <a:pt x="413" y="28"/>
                </a:cubicBezTo>
                <a:cubicBezTo>
                  <a:pt x="289" y="39"/>
                  <a:pt x="155" y="50"/>
                  <a:pt x="12" y="62"/>
                </a:cubicBezTo>
                <a:cubicBezTo>
                  <a:pt x="0" y="64"/>
                  <a:pt x="3" y="73"/>
                  <a:pt x="11" y="76"/>
                </a:cubicBezTo>
                <a:cubicBezTo>
                  <a:pt x="68" y="106"/>
                  <a:pt x="130" y="139"/>
                  <a:pt x="198" y="175"/>
                </a:cubicBezTo>
                <a:cubicBezTo>
                  <a:pt x="281" y="219"/>
                  <a:pt x="374" y="268"/>
                  <a:pt x="480" y="323"/>
                </a:cubicBezTo>
                <a:cubicBezTo>
                  <a:pt x="489" y="328"/>
                  <a:pt x="508" y="330"/>
                  <a:pt x="523" y="327"/>
                </a:cubicBezTo>
                <a:cubicBezTo>
                  <a:pt x="695" y="298"/>
                  <a:pt x="867" y="268"/>
                  <a:pt x="1039" y="238"/>
                </a:cubicBezTo>
                <a:cubicBezTo>
                  <a:pt x="1038" y="232"/>
                  <a:pt x="1036" y="229"/>
                  <a:pt x="1029" y="227"/>
                </a:cubicBezTo>
                <a:lnTo>
                  <a:pt x="628" y="161"/>
                </a:lnTo>
                <a:cubicBezTo>
                  <a:pt x="593" y="156"/>
                  <a:pt x="599" y="131"/>
                  <a:pt x="619" y="134"/>
                </a:cubicBezTo>
                <a:lnTo>
                  <a:pt x="1054" y="204"/>
                </a:lnTo>
                <a:cubicBezTo>
                  <a:pt x="1062" y="206"/>
                  <a:pt x="1066" y="211"/>
                  <a:pt x="1067" y="219"/>
                </a:cubicBezTo>
                <a:close/>
                <a:moveTo>
                  <a:pt x="961" y="281"/>
                </a:moveTo>
                <a:lnTo>
                  <a:pt x="961" y="432"/>
                </a:lnTo>
                <a:cubicBezTo>
                  <a:pt x="961" y="557"/>
                  <a:pt x="315" y="557"/>
                  <a:pt x="315" y="432"/>
                </a:cubicBezTo>
                <a:lnTo>
                  <a:pt x="315" y="270"/>
                </a:lnTo>
                <a:cubicBezTo>
                  <a:pt x="365" y="296"/>
                  <a:pt x="415" y="323"/>
                  <a:pt x="466" y="350"/>
                </a:cubicBezTo>
                <a:cubicBezTo>
                  <a:pt x="483" y="359"/>
                  <a:pt x="509" y="360"/>
                  <a:pt x="528" y="357"/>
                </a:cubicBezTo>
                <a:cubicBezTo>
                  <a:pt x="672" y="331"/>
                  <a:pt x="816" y="306"/>
                  <a:pt x="961" y="281"/>
                </a:cubicBezTo>
                <a:close/>
              </a:path>
            </a:pathLst>
          </a:custGeom>
          <a:solidFill>
            <a:srgbClr val="4F80B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文本框 9">
            <a:extLst>
              <a:ext uri="{FF2B5EF4-FFF2-40B4-BE49-F238E27FC236}">
                <a16:creationId xmlns:a16="http://schemas.microsoft.com/office/drawing/2014/main" id="{A7F847E0-1038-8BE0-0A15-0DFE98898104}"/>
              </a:ext>
            </a:extLst>
          </p:cNvPr>
          <p:cNvSpPr txBox="1"/>
          <p:nvPr/>
        </p:nvSpPr>
        <p:spPr>
          <a:xfrm>
            <a:off x="917163" y="3955160"/>
            <a:ext cx="6010899" cy="403788"/>
          </a:xfrm>
          <a:prstGeom prst="rect">
            <a:avLst/>
          </a:prstGeom>
          <a:noFill/>
        </p:spPr>
        <p:txBody>
          <a:bodyPr wrap="square" rtlCol="0">
            <a:noAutofit/>
          </a:bodyPr>
          <a:lstStyle/>
          <a:p>
            <a:pPr lvl="0">
              <a:lnSpc>
                <a:spcPct val="160000"/>
              </a:lnSpc>
              <a:defRPr/>
            </a:pPr>
            <a:r>
              <a:rPr kumimoji="0" lang="vi-VN" altLang="vi-VN" sz="16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Công cụ, giao diện, và các chức năng nổi bật</a:t>
            </a:r>
          </a:p>
        </p:txBody>
      </p:sp>
      <p:sp>
        <p:nvSpPr>
          <p:cNvPr id="4" name="Slide Number Placeholder 3">
            <a:extLst>
              <a:ext uri="{FF2B5EF4-FFF2-40B4-BE49-F238E27FC236}">
                <a16:creationId xmlns:a16="http://schemas.microsoft.com/office/drawing/2014/main" id="{3CA4CADE-3A37-4B2E-AF4C-E8C4E4433FED}"/>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10</a:t>
            </a:fld>
            <a:endParaRPr lang="zh-CN" altLang="en-US" sz="2435"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335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243711" y="2879574"/>
            <a:ext cx="12752840" cy="2405230"/>
            <a:chOff x="243615" y="3565560"/>
            <a:chExt cx="12807319" cy="2415263"/>
          </a:xfrm>
        </p:grpSpPr>
        <p:grpSp>
          <p:nvGrpSpPr>
            <p:cNvPr id="16" name="组合 15"/>
            <p:cNvGrpSpPr/>
            <p:nvPr/>
          </p:nvGrpSpPr>
          <p:grpSpPr>
            <a:xfrm>
              <a:off x="4693627" y="3585493"/>
              <a:ext cx="2852530" cy="1350102"/>
              <a:chOff x="4362253" y="2800034"/>
              <a:chExt cx="2852530" cy="1350102"/>
            </a:xfrm>
          </p:grpSpPr>
          <p:sp>
            <p:nvSpPr>
              <p:cNvPr id="19" name="文本框 18"/>
              <p:cNvSpPr txBox="1"/>
              <p:nvPr/>
            </p:nvSpPr>
            <p:spPr>
              <a:xfrm>
                <a:off x="4764907" y="3335558"/>
                <a:ext cx="2253641" cy="814578"/>
              </a:xfrm>
              <a:prstGeom prst="rect">
                <a:avLst/>
              </a:prstGeom>
              <a:noFill/>
            </p:spPr>
            <p:txBody>
              <a:bodyPr wrap="square" rtlCol="0">
                <a:noAutofit/>
              </a:bodyPr>
              <a:lstStyle/>
              <a:p>
                <a:pPr>
                  <a:lnSpc>
                    <a:spcPct val="150000"/>
                  </a:lnSpc>
                </a:pPr>
                <a:r>
                  <a:rPr lang="vi-VN" altLang="vi-VN" sz="1400" b="1" dirty="0">
                    <a:solidFill>
                      <a:schemeClr val="bg1"/>
                    </a:solidFill>
                    <a:latin typeface="Noto Sans"/>
                    <a:ea typeface="Noto Sans"/>
                    <a:cs typeface="+mn-ea"/>
                    <a:sym typeface="+mn-lt"/>
                  </a:rPr>
                  <a:t>Thực hiện truy vấn và quản lý dữ liệu SQL nhanh chóng.</a:t>
                </a:r>
              </a:p>
            </p:txBody>
          </p:sp>
          <p:sp>
            <p:nvSpPr>
              <p:cNvPr id="20" name="矩形 19"/>
              <p:cNvSpPr/>
              <p:nvPr/>
            </p:nvSpPr>
            <p:spPr>
              <a:xfrm>
                <a:off x="4362253" y="2800034"/>
                <a:ext cx="2852530" cy="689791"/>
              </a:xfrm>
              <a:prstGeom prst="rect">
                <a:avLst/>
              </a:prstGeom>
              <a:noFill/>
              <a:ln w="12700" cap="flat" cmpd="sng" algn="ctr">
                <a:noFill/>
                <a:prstDash val="solid"/>
                <a:miter lim="800000"/>
              </a:ln>
              <a:effectLst/>
            </p:spPr>
            <p:txBody>
              <a:bodyPr rtlCol="0" anchor="t">
                <a:normAutofit/>
              </a:bodyPr>
              <a:lstStyle/>
              <a:p>
                <a:pPr algn="ctr"/>
                <a:r>
                  <a:rPr lang="vi-VN" altLang="zh-CN" sz="1700" b="1" dirty="0">
                    <a:solidFill>
                      <a:srgbClr val="C00000"/>
                    </a:solidFill>
                    <a:latin typeface="+mn-ea"/>
                    <a:cs typeface="Open Sans" panose="020B0606030504020204" pitchFamily="34" charset="0"/>
                  </a:rPr>
                  <a:t>SQL</a:t>
                </a:r>
                <a:r>
                  <a:rPr lang="en-US" altLang="zh-CN" sz="1700" b="1" dirty="0">
                    <a:solidFill>
                      <a:srgbClr val="C00000"/>
                    </a:solidFill>
                    <a:latin typeface="+mn-ea"/>
                    <a:cs typeface="Open Sans" panose="020B0606030504020204" pitchFamily="34" charset="0"/>
                  </a:rPr>
                  <a:t> </a:t>
                </a:r>
                <a:r>
                  <a:rPr lang="vi-VN" altLang="zh-CN" sz="1700" b="1" dirty="0">
                    <a:solidFill>
                      <a:srgbClr val="C00000"/>
                    </a:solidFill>
                    <a:latin typeface="+mn-ea"/>
                    <a:cs typeface="Open Sans" panose="020B0606030504020204" pitchFamily="34" charset="0"/>
                  </a:rPr>
                  <a:t>S</a:t>
                </a:r>
                <a:r>
                  <a:rPr lang="en-US" altLang="zh-CN" sz="1700" b="1" dirty="0" err="1">
                    <a:solidFill>
                      <a:srgbClr val="C00000"/>
                    </a:solidFill>
                    <a:latin typeface="+mn-ea"/>
                    <a:cs typeface="Open Sans" panose="020B0606030504020204" pitchFamily="34" charset="0"/>
                  </a:rPr>
                  <a:t>erver</a:t>
                </a:r>
                <a:r>
                  <a:rPr lang="en-US" altLang="zh-CN" sz="1700" b="1" dirty="0">
                    <a:solidFill>
                      <a:srgbClr val="C00000"/>
                    </a:solidFill>
                    <a:latin typeface="+mn-ea"/>
                    <a:cs typeface="Open Sans" panose="020B0606030504020204" pitchFamily="34" charset="0"/>
                  </a:rPr>
                  <a:t> </a:t>
                </a:r>
                <a:r>
                  <a:rPr lang="vi-VN" altLang="zh-CN" sz="1700" b="1" dirty="0">
                    <a:solidFill>
                      <a:srgbClr val="C00000"/>
                    </a:solidFill>
                    <a:latin typeface="+mn-ea"/>
                    <a:cs typeface="Open Sans" panose="020B0606030504020204" pitchFamily="34" charset="0"/>
                  </a:rPr>
                  <a:t>M</a:t>
                </a:r>
                <a:r>
                  <a:rPr lang="en-US" altLang="zh-CN" sz="1700" b="1" dirty="0" err="1">
                    <a:solidFill>
                      <a:srgbClr val="C00000"/>
                    </a:solidFill>
                    <a:latin typeface="+mn-ea"/>
                    <a:cs typeface="Open Sans" panose="020B0606030504020204" pitchFamily="34" charset="0"/>
                  </a:rPr>
                  <a:t>anagement</a:t>
                </a:r>
                <a:r>
                  <a:rPr lang="en-US" altLang="zh-CN" sz="1700" b="1" dirty="0">
                    <a:solidFill>
                      <a:srgbClr val="C00000"/>
                    </a:solidFill>
                    <a:latin typeface="+mn-ea"/>
                    <a:cs typeface="Open Sans" panose="020B0606030504020204" pitchFamily="34" charset="0"/>
                  </a:rPr>
                  <a:t> </a:t>
                </a:r>
                <a:r>
                  <a:rPr lang="vi-VN" altLang="zh-CN" sz="1700" b="1" dirty="0">
                    <a:solidFill>
                      <a:srgbClr val="C00000"/>
                    </a:solidFill>
                    <a:latin typeface="+mn-ea"/>
                    <a:cs typeface="Open Sans" panose="020B0606030504020204" pitchFamily="34" charset="0"/>
                  </a:rPr>
                  <a:t>S</a:t>
                </a:r>
                <a:r>
                  <a:rPr lang="en-US" altLang="zh-CN" sz="1700" b="1" dirty="0" err="1">
                    <a:solidFill>
                      <a:srgbClr val="C00000"/>
                    </a:solidFill>
                    <a:latin typeface="+mn-ea"/>
                    <a:cs typeface="Open Sans" panose="020B0606030504020204" pitchFamily="34" charset="0"/>
                  </a:rPr>
                  <a:t>tudio</a:t>
                </a:r>
                <a:endParaRPr lang="en-US" altLang="zh-CN" sz="1700" b="1" dirty="0">
                  <a:solidFill>
                    <a:srgbClr val="C00000"/>
                  </a:solidFill>
                  <a:latin typeface="+mn-ea"/>
                  <a:cs typeface="Open Sans" panose="020B0606030504020204" pitchFamily="34" charset="0"/>
                </a:endParaRPr>
              </a:p>
            </p:txBody>
          </p:sp>
        </p:grpSp>
        <p:grpSp>
          <p:nvGrpSpPr>
            <p:cNvPr id="17" name="组合 16"/>
            <p:cNvGrpSpPr/>
            <p:nvPr/>
          </p:nvGrpSpPr>
          <p:grpSpPr>
            <a:xfrm>
              <a:off x="243615" y="3730212"/>
              <a:ext cx="2112845" cy="2250611"/>
              <a:chOff x="546929" y="2944754"/>
              <a:chExt cx="2112845" cy="2250611"/>
            </a:xfrm>
          </p:grpSpPr>
          <p:sp>
            <p:nvSpPr>
              <p:cNvPr id="18" name="文本框 17"/>
              <p:cNvSpPr txBox="1"/>
              <p:nvPr/>
            </p:nvSpPr>
            <p:spPr>
              <a:xfrm>
                <a:off x="546929" y="3411893"/>
                <a:ext cx="2112845" cy="1783472"/>
              </a:xfrm>
              <a:prstGeom prst="rect">
                <a:avLst/>
              </a:prstGeom>
              <a:noFill/>
            </p:spPr>
            <p:txBody>
              <a:bodyPr wrap="square" rtlCol="0">
                <a:normAutofit/>
              </a:bodyPr>
              <a:lstStyle/>
              <a:p>
                <a:pPr>
                  <a:lnSpc>
                    <a:spcPct val="150000"/>
                  </a:lnSpc>
                </a:pPr>
                <a:r>
                  <a:rPr lang="vi-VN" altLang="vi-VN" sz="1400" b="1" dirty="0">
                    <a:solidFill>
                      <a:schemeClr val="bg1"/>
                    </a:solidFill>
                    <a:latin typeface="Noto Sans"/>
                    <a:ea typeface="Noto Sans"/>
                    <a:cs typeface="+mn-ea"/>
                    <a:sym typeface="+mn-lt"/>
                  </a:rPr>
                  <a:t>Phát triển giao diện và xử lý logic của hệ thống.</a:t>
                </a:r>
                <a:endParaRPr lang="zh-CN" altLang="en-US" sz="1200" b="1" dirty="0">
                  <a:solidFill>
                    <a:sysClr val="windowText" lastClr="000000">
                      <a:lumMod val="50000"/>
                      <a:lumOff val="50000"/>
                    </a:sysClr>
                  </a:solidFill>
                </a:endParaRPr>
              </a:p>
            </p:txBody>
          </p:sp>
          <p:sp>
            <p:nvSpPr>
              <p:cNvPr id="21" name="矩形 20"/>
              <p:cNvSpPr/>
              <p:nvPr/>
            </p:nvSpPr>
            <p:spPr>
              <a:xfrm>
                <a:off x="556702" y="2944754"/>
                <a:ext cx="1760599" cy="467139"/>
              </a:xfrm>
              <a:prstGeom prst="rect">
                <a:avLst/>
              </a:prstGeom>
              <a:noFill/>
              <a:ln w="12700" cap="flat" cmpd="sng" algn="ctr">
                <a:noFill/>
                <a:prstDash val="solid"/>
                <a:miter lim="800000"/>
              </a:ln>
              <a:effectLst/>
            </p:spPr>
            <p:txBody>
              <a:bodyPr rtlCol="0" anchor="t">
                <a:normAutofit/>
              </a:bodyPr>
              <a:lstStyle/>
              <a:p>
                <a:pPr algn="r"/>
                <a:r>
                  <a:rPr lang="vi-VN" altLang="vi-VN" b="1" dirty="0">
                    <a:solidFill>
                      <a:srgbClr val="C00000"/>
                    </a:solidFill>
                    <a:latin typeface="Noto Sans"/>
                    <a:ea typeface="Noto Sans"/>
                    <a:cs typeface="Open Sans" panose="020B0606030504020204" pitchFamily="34" charset="0"/>
                  </a:rPr>
                  <a:t> Visual Studio </a:t>
                </a:r>
                <a:endParaRPr lang="en-US" altLang="zh-CN" b="1" dirty="0">
                  <a:solidFill>
                    <a:srgbClr val="C00000"/>
                  </a:solidFill>
                  <a:latin typeface="+mn-ea"/>
                  <a:cs typeface="Open Sans" panose="020B0606030504020204" pitchFamily="34" charset="0"/>
                </a:endParaRPr>
              </a:p>
            </p:txBody>
          </p:sp>
        </p:grpSp>
        <p:grpSp>
          <p:nvGrpSpPr>
            <p:cNvPr id="22" name="组合 21"/>
            <p:cNvGrpSpPr/>
            <p:nvPr/>
          </p:nvGrpSpPr>
          <p:grpSpPr>
            <a:xfrm>
              <a:off x="9705557" y="3703632"/>
              <a:ext cx="3345377" cy="1619502"/>
              <a:chOff x="9374183" y="1700146"/>
              <a:chExt cx="3345377" cy="1619502"/>
            </a:xfrm>
          </p:grpSpPr>
          <p:sp>
            <p:nvSpPr>
              <p:cNvPr id="23" name="文本框 22"/>
              <p:cNvSpPr txBox="1"/>
              <p:nvPr/>
            </p:nvSpPr>
            <p:spPr>
              <a:xfrm>
                <a:off x="9374183" y="2113792"/>
                <a:ext cx="2465939" cy="1205856"/>
              </a:xfrm>
              <a:prstGeom prst="rect">
                <a:avLst/>
              </a:prstGeom>
              <a:noFill/>
            </p:spPr>
            <p:txBody>
              <a:bodyPr wrap="square" rtlCol="0">
                <a:normAutofit/>
              </a:bodyPr>
              <a:lstStyle/>
              <a:p>
                <a:pPr>
                  <a:lnSpc>
                    <a:spcPct val="150000"/>
                  </a:lnSpc>
                </a:pPr>
                <a:r>
                  <a:rPr lang="vi-VN" altLang="vi-VN" sz="1400" b="1" dirty="0">
                    <a:solidFill>
                      <a:schemeClr val="bg1"/>
                    </a:solidFill>
                    <a:latin typeface="Noto Sans"/>
                    <a:ea typeface="Noto Sans"/>
                    <a:cs typeface="+mn-ea"/>
                    <a:sym typeface="+mn-lt"/>
                  </a:rPr>
                  <a:t>Lưu trữ mã nguồn và quản lý phiên bản trong quá trình phát triển.</a:t>
                </a:r>
                <a:endParaRPr lang="zh-CN" altLang="en-US" sz="1400" b="1" dirty="0">
                  <a:solidFill>
                    <a:srgbClr val="1B3049"/>
                  </a:solidFill>
                </a:endParaRPr>
              </a:p>
            </p:txBody>
          </p:sp>
          <p:sp>
            <p:nvSpPr>
              <p:cNvPr id="24" name="矩形 23"/>
              <p:cNvSpPr/>
              <p:nvPr/>
            </p:nvSpPr>
            <p:spPr>
              <a:xfrm>
                <a:off x="9867030" y="1700146"/>
                <a:ext cx="2852530" cy="467139"/>
              </a:xfrm>
              <a:prstGeom prst="rect">
                <a:avLst/>
              </a:prstGeom>
              <a:noFill/>
              <a:ln w="12700" cap="flat" cmpd="sng" algn="ctr">
                <a:noFill/>
                <a:prstDash val="solid"/>
                <a:miter lim="800000"/>
              </a:ln>
              <a:effectLst/>
            </p:spPr>
            <p:txBody>
              <a:bodyPr rtlCol="0" anchor="t">
                <a:normAutofit/>
              </a:bodyPr>
              <a:lstStyle/>
              <a:p>
                <a:r>
                  <a:rPr lang="vi-VN" altLang="vi-VN" b="1" dirty="0">
                    <a:solidFill>
                      <a:srgbClr val="C00000"/>
                    </a:solidFill>
                    <a:latin typeface="Noto Sans"/>
                    <a:ea typeface="Noto Sans"/>
                    <a:cs typeface="Open Sans" panose="020B0606030504020204" pitchFamily="34" charset="0"/>
                  </a:rPr>
                  <a:t>GitHub</a:t>
                </a:r>
                <a:endParaRPr lang="en-US" altLang="zh-CN" b="1" dirty="0">
                  <a:solidFill>
                    <a:srgbClr val="C00000"/>
                  </a:solidFill>
                  <a:latin typeface="+mn-ea"/>
                  <a:cs typeface="Open Sans" panose="020B0606030504020204" pitchFamily="34" charset="0"/>
                </a:endParaRPr>
              </a:p>
            </p:txBody>
          </p:sp>
        </p:grpSp>
        <p:grpSp>
          <p:nvGrpSpPr>
            <p:cNvPr id="25" name="组合 24"/>
            <p:cNvGrpSpPr/>
            <p:nvPr/>
          </p:nvGrpSpPr>
          <p:grpSpPr>
            <a:xfrm>
              <a:off x="7251021" y="3565560"/>
              <a:ext cx="2454536" cy="2183347"/>
              <a:chOff x="7554335" y="1562073"/>
              <a:chExt cx="2454536" cy="2183347"/>
            </a:xfrm>
          </p:grpSpPr>
          <p:sp>
            <p:nvSpPr>
              <p:cNvPr id="27" name="文本框 26"/>
              <p:cNvSpPr txBox="1"/>
              <p:nvPr/>
            </p:nvSpPr>
            <p:spPr>
              <a:xfrm>
                <a:off x="7719190" y="2113792"/>
                <a:ext cx="2120372" cy="1631628"/>
              </a:xfrm>
              <a:prstGeom prst="rect">
                <a:avLst/>
              </a:prstGeom>
              <a:noFill/>
            </p:spPr>
            <p:txBody>
              <a:bodyPr wrap="square" rtlCol="0">
                <a:normAutofit/>
              </a:bodyPr>
              <a:lstStyle/>
              <a:p>
                <a:pPr>
                  <a:lnSpc>
                    <a:spcPct val="160000"/>
                  </a:lnSpc>
                </a:pPr>
                <a:r>
                  <a:rPr lang="vi-VN" altLang="vi-VN" sz="1400" b="1" dirty="0">
                    <a:solidFill>
                      <a:schemeClr val="bg1"/>
                    </a:solidFill>
                    <a:latin typeface="Noto Sans"/>
                    <a:ea typeface="Noto Sans"/>
                    <a:cs typeface="+mn-ea"/>
                    <a:sym typeface="+mn-lt"/>
                  </a:rPr>
                  <a:t>Phát triển API, xây dựng chatbot và triển khai thuật toán tìm kiếm hình ảnh.</a:t>
                </a:r>
              </a:p>
            </p:txBody>
          </p:sp>
          <p:sp>
            <p:nvSpPr>
              <p:cNvPr id="28" name="矩形 27"/>
              <p:cNvSpPr/>
              <p:nvPr/>
            </p:nvSpPr>
            <p:spPr>
              <a:xfrm>
                <a:off x="7554335" y="1562073"/>
                <a:ext cx="2454536" cy="689792"/>
              </a:xfrm>
              <a:prstGeom prst="rect">
                <a:avLst/>
              </a:prstGeom>
              <a:noFill/>
              <a:ln w="12700" cap="flat" cmpd="sng" algn="ctr">
                <a:noFill/>
                <a:prstDash val="solid"/>
                <a:miter lim="800000"/>
              </a:ln>
              <a:effectLst/>
            </p:spPr>
            <p:txBody>
              <a:bodyPr rtlCol="0" anchor="t">
                <a:normAutofit/>
              </a:bodyPr>
              <a:lstStyle/>
              <a:p>
                <a:pPr algn="ctr"/>
                <a:r>
                  <a:rPr lang="vi-VN" altLang="zh-CN" b="1" dirty="0">
                    <a:solidFill>
                      <a:srgbClr val="C00000"/>
                    </a:solidFill>
                    <a:latin typeface="+mn-ea"/>
                    <a:cs typeface="Open Sans" panose="020B0606030504020204" pitchFamily="34" charset="0"/>
                  </a:rPr>
                  <a:t>V</a:t>
                </a:r>
                <a:r>
                  <a:rPr lang="en-US" altLang="zh-CN" b="1" dirty="0" err="1">
                    <a:solidFill>
                      <a:srgbClr val="C00000"/>
                    </a:solidFill>
                    <a:latin typeface="+mn-ea"/>
                    <a:cs typeface="Open Sans" panose="020B0606030504020204" pitchFamily="34" charset="0"/>
                  </a:rPr>
                  <a:t>isual</a:t>
                </a:r>
                <a:r>
                  <a:rPr lang="en-US" altLang="zh-CN" b="1" dirty="0">
                    <a:solidFill>
                      <a:srgbClr val="C00000"/>
                    </a:solidFill>
                    <a:latin typeface="+mn-ea"/>
                    <a:cs typeface="Open Sans" panose="020B0606030504020204" pitchFamily="34" charset="0"/>
                  </a:rPr>
                  <a:t> </a:t>
                </a:r>
                <a:r>
                  <a:rPr lang="vi-VN" altLang="zh-CN" b="1" dirty="0">
                    <a:solidFill>
                      <a:srgbClr val="C00000"/>
                    </a:solidFill>
                    <a:latin typeface="+mn-ea"/>
                    <a:cs typeface="Open Sans" panose="020B0606030504020204" pitchFamily="34" charset="0"/>
                  </a:rPr>
                  <a:t>S</a:t>
                </a:r>
                <a:r>
                  <a:rPr lang="en-US" altLang="zh-CN" b="1" dirty="0" err="1">
                    <a:solidFill>
                      <a:srgbClr val="C00000"/>
                    </a:solidFill>
                    <a:latin typeface="+mn-ea"/>
                    <a:cs typeface="Open Sans" panose="020B0606030504020204" pitchFamily="34" charset="0"/>
                  </a:rPr>
                  <a:t>tudio</a:t>
                </a:r>
                <a:endParaRPr lang="vi-VN" altLang="zh-CN" b="1" dirty="0">
                  <a:solidFill>
                    <a:srgbClr val="C00000"/>
                  </a:solidFill>
                  <a:latin typeface="+mn-ea"/>
                  <a:cs typeface="Open Sans" panose="020B0606030504020204" pitchFamily="34" charset="0"/>
                </a:endParaRPr>
              </a:p>
              <a:p>
                <a:pPr algn="ctr"/>
                <a:r>
                  <a:rPr lang="vi-VN" altLang="zh-CN" b="1" dirty="0">
                    <a:solidFill>
                      <a:srgbClr val="C00000"/>
                    </a:solidFill>
                    <a:latin typeface="+mn-ea"/>
                    <a:cs typeface="Open Sans" panose="020B0606030504020204" pitchFamily="34" charset="0"/>
                  </a:rPr>
                  <a:t>  C</a:t>
                </a:r>
                <a:r>
                  <a:rPr lang="en-US" altLang="zh-CN" b="1" dirty="0">
                    <a:solidFill>
                      <a:srgbClr val="C00000"/>
                    </a:solidFill>
                    <a:latin typeface="+mn-ea"/>
                    <a:cs typeface="Open Sans" panose="020B0606030504020204" pitchFamily="34" charset="0"/>
                  </a:rPr>
                  <a:t>ode</a:t>
                </a:r>
              </a:p>
            </p:txBody>
          </p:sp>
        </p:grpSp>
      </p:grpSp>
      <p:sp>
        <p:nvSpPr>
          <p:cNvPr id="3" name="Rectangle 45">
            <a:extLst>
              <a:ext uri="{FF2B5EF4-FFF2-40B4-BE49-F238E27FC236}">
                <a16:creationId xmlns:a16="http://schemas.microsoft.com/office/drawing/2014/main" id="{DC017B6E-7098-A8D3-0943-06D6EE8571E4}"/>
              </a:ext>
            </a:extLst>
          </p:cNvPr>
          <p:cNvSpPr/>
          <p:nvPr/>
        </p:nvSpPr>
        <p:spPr bwMode="auto">
          <a:xfrm>
            <a:off x="-1430685" y="287549"/>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CÔNG CỤ VÀ CÔNG NGHỆ </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1032" name="Picture 8" descr="Visual Studio Logo PNG, AI, EPS, CDR, PDF, SVG - iconLogoVector">
            <a:extLst>
              <a:ext uri="{FF2B5EF4-FFF2-40B4-BE49-F238E27FC236}">
                <a16:creationId xmlns:a16="http://schemas.microsoft.com/office/drawing/2014/main" id="{7193D1E2-B79E-4D10-A6B5-273FFA1043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820" y="1529173"/>
            <a:ext cx="1524315" cy="139602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36" name="Picture 12" descr="Hướng Dẫn SQL Server Management Studio: Cài Đặt, Tính Năng &amp; Mẹo Hay - AZ  WEB">
            <a:extLst>
              <a:ext uri="{FF2B5EF4-FFF2-40B4-BE49-F238E27FC236}">
                <a16:creationId xmlns:a16="http://schemas.microsoft.com/office/drawing/2014/main" id="{36CBFF65-0402-4E40-9494-47EDAF03AFC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68553" y="1420911"/>
            <a:ext cx="1503280" cy="143000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9" name="AutoShape 16" descr="Visual Studio Code Logo PNG Vector (SVG) Free Download">
            <a:extLst>
              <a:ext uri="{FF2B5EF4-FFF2-40B4-BE49-F238E27FC236}">
                <a16:creationId xmlns:a16="http://schemas.microsoft.com/office/drawing/2014/main" id="{983261C3-DBE0-4270-86DB-44E1EEE3B9C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46" name="Picture 22" descr="Visual Studio Code logo thumbnail transparent PNG - StickPNG">
            <a:extLst>
              <a:ext uri="{FF2B5EF4-FFF2-40B4-BE49-F238E27FC236}">
                <a16:creationId xmlns:a16="http://schemas.microsoft.com/office/drawing/2014/main" id="{D37ECB8B-7241-43BD-8628-B8AF7CEEBF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00207" y="1334939"/>
            <a:ext cx="1524316" cy="143316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48" name="Picture 24" descr="GitHub Logos and Usage · GitHub">
            <a:extLst>
              <a:ext uri="{FF2B5EF4-FFF2-40B4-BE49-F238E27FC236}">
                <a16:creationId xmlns:a16="http://schemas.microsoft.com/office/drawing/2014/main" id="{9DA6499A-D4C4-4B56-BA0C-340ADA3E6E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87651" y="1334939"/>
            <a:ext cx="1564485" cy="156448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52" name="Picture 28" descr="C#/.NET Backend Development Services | E2logy">
            <a:extLst>
              <a:ext uri="{FF2B5EF4-FFF2-40B4-BE49-F238E27FC236}">
                <a16:creationId xmlns:a16="http://schemas.microsoft.com/office/drawing/2014/main" id="{0589EB4E-98E2-49A0-A0F4-E227BA07DE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9934" y="1424327"/>
            <a:ext cx="1651820" cy="138570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8142E922-7768-4589-BE54-7B5491FE8B6B}"/>
              </a:ext>
            </a:extLst>
          </p:cNvPr>
          <p:cNvSpPr txBox="1"/>
          <p:nvPr/>
        </p:nvSpPr>
        <p:spPr>
          <a:xfrm>
            <a:off x="2692838" y="3057310"/>
            <a:ext cx="1636687" cy="384721"/>
          </a:xfrm>
          <a:prstGeom prst="rect">
            <a:avLst/>
          </a:prstGeom>
          <a:noFill/>
        </p:spPr>
        <p:txBody>
          <a:bodyPr wrap="square">
            <a:spAutoFit/>
          </a:bodyPr>
          <a:lstStyle/>
          <a:p>
            <a:pPr algn="r"/>
            <a:r>
              <a:rPr lang="vi-VN" altLang="zh-CN" sz="1900" b="1" dirty="0">
                <a:solidFill>
                  <a:srgbClr val="C00000"/>
                </a:solidFill>
                <a:latin typeface="+mn-ea"/>
                <a:cs typeface="Open Sans" panose="020B0606030504020204" pitchFamily="34" charset="0"/>
              </a:rPr>
              <a:t>C# / .NET</a:t>
            </a:r>
            <a:endParaRPr lang="en-US" altLang="zh-CN" sz="1900" b="1" dirty="0">
              <a:solidFill>
                <a:srgbClr val="C00000"/>
              </a:solidFill>
              <a:latin typeface="+mn-ea"/>
              <a:cs typeface="Open Sans" panose="020B0606030504020204" pitchFamily="34" charset="0"/>
            </a:endParaRPr>
          </a:p>
        </p:txBody>
      </p:sp>
      <p:sp>
        <p:nvSpPr>
          <p:cNvPr id="51" name="TextBox 50">
            <a:extLst>
              <a:ext uri="{FF2B5EF4-FFF2-40B4-BE49-F238E27FC236}">
                <a16:creationId xmlns:a16="http://schemas.microsoft.com/office/drawing/2014/main" id="{0F8DCFCD-D56C-438C-87EC-A797CD9FCDFA}"/>
              </a:ext>
            </a:extLst>
          </p:cNvPr>
          <p:cNvSpPr txBox="1"/>
          <p:nvPr/>
        </p:nvSpPr>
        <p:spPr>
          <a:xfrm>
            <a:off x="2692838" y="3466572"/>
            <a:ext cx="2111682" cy="1431354"/>
          </a:xfrm>
          <a:prstGeom prst="rect">
            <a:avLst/>
          </a:prstGeom>
          <a:noFill/>
        </p:spPr>
        <p:txBody>
          <a:bodyPr wrap="square">
            <a:spAutoFit/>
          </a:bodyPr>
          <a:lstStyle/>
          <a:p>
            <a:pPr>
              <a:lnSpc>
                <a:spcPct val="160000"/>
              </a:lnSpc>
            </a:pPr>
            <a:r>
              <a:rPr lang="vi-VN" altLang="vi-VN" sz="1400" b="1" dirty="0">
                <a:solidFill>
                  <a:schemeClr val="bg1"/>
                </a:solidFill>
                <a:latin typeface="Noto Sans"/>
                <a:ea typeface="Noto Sans"/>
                <a:cs typeface="+mn-ea"/>
                <a:sym typeface="+mn-lt"/>
              </a:rPr>
              <a:t>Phát triển API, xây dựng chatbot và triển khai thuật toán tìm kiếm hình ảnh.</a:t>
            </a:r>
          </a:p>
        </p:txBody>
      </p:sp>
      <p:sp>
        <p:nvSpPr>
          <p:cNvPr id="4" name="Slide Number Placeholder 3">
            <a:extLst>
              <a:ext uri="{FF2B5EF4-FFF2-40B4-BE49-F238E27FC236}">
                <a16:creationId xmlns:a16="http://schemas.microsoft.com/office/drawing/2014/main" id="{924902BF-5932-4347-8F4F-164A654C38F4}"/>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11</a:t>
            </a:fld>
            <a:endParaRPr lang="zh-CN" altLang="en-US" sz="2435"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16D53-549F-5817-EC53-3CE7A1E614C6}"/>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05165873-B70D-3FC1-3E84-B2DA222F6906}"/>
              </a:ext>
            </a:extLst>
          </p:cNvPr>
          <p:cNvSpPr/>
          <p:nvPr/>
        </p:nvSpPr>
        <p:spPr>
          <a:xfrm>
            <a:off x="0" y="1345288"/>
            <a:ext cx="289560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1"/>
                </a:solidFill>
                <a:latin typeface="Noto Sans" panose="020B0502040504020204" pitchFamily="34" charset="0"/>
                <a:cs typeface="Noto Sans" panose="020B0502040504020204" pitchFamily="34" charset="0"/>
              </a:rPr>
              <a:t>Trang </a:t>
            </a:r>
            <a:r>
              <a:rPr lang="vi-VN" altLang="zh-CN" sz="2000" b="1" dirty="0">
                <a:solidFill>
                  <a:schemeClr val="accent1"/>
                </a:solidFill>
                <a:latin typeface="Noto Sans" panose="020B0502040504020204" pitchFamily="34" charset="0"/>
                <a:cs typeface="Noto Sans" panose="020B0502040504020204" pitchFamily="34" charset="0"/>
              </a:rPr>
              <a:t>chủ</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535B9B9C-2D92-BF44-8355-1F2DE901B1A8}"/>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9E335D6B-A8B1-CE87-D888-EB4A6FB74EDE}"/>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5" name="Rectangle 45">
            <a:extLst>
              <a:ext uri="{FF2B5EF4-FFF2-40B4-BE49-F238E27FC236}">
                <a16:creationId xmlns:a16="http://schemas.microsoft.com/office/drawing/2014/main" id="{3E62630C-1530-4E16-3942-1180A619F1B7}"/>
              </a:ext>
            </a:extLst>
          </p:cNvPr>
          <p:cNvSpPr/>
          <p:nvPr/>
        </p:nvSpPr>
        <p:spPr bwMode="auto">
          <a:xfrm>
            <a:off x="-1788736" y="318291"/>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HỆ THỐNG</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38" name="矩形 2">
            <a:extLst>
              <a:ext uri="{FF2B5EF4-FFF2-40B4-BE49-F238E27FC236}">
                <a16:creationId xmlns:a16="http://schemas.microsoft.com/office/drawing/2014/main" id="{EAF3A0B1-5657-447D-8FB1-D491BB00DE87}"/>
              </a:ext>
            </a:extLst>
          </p:cNvPr>
          <p:cNvSpPr/>
          <p:nvPr/>
        </p:nvSpPr>
        <p:spPr>
          <a:xfrm>
            <a:off x="0" y="3159821"/>
            <a:ext cx="289560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Đăng Ký quảng cáo</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2" name="文本框 9">
            <a:extLst>
              <a:ext uri="{FF2B5EF4-FFF2-40B4-BE49-F238E27FC236}">
                <a16:creationId xmlns:a16="http://schemas.microsoft.com/office/drawing/2014/main" id="{F00B78A8-6E83-75F5-6252-18C1AC70B73D}"/>
              </a:ext>
            </a:extLst>
          </p:cNvPr>
          <p:cNvSpPr txBox="1"/>
          <p:nvPr/>
        </p:nvSpPr>
        <p:spPr>
          <a:xfrm>
            <a:off x="254776" y="1979292"/>
            <a:ext cx="2640823" cy="614337"/>
          </a:xfrm>
          <a:prstGeom prst="rect">
            <a:avLst/>
          </a:prstGeom>
          <a:noFill/>
        </p:spPr>
        <p:txBody>
          <a:bodyPr wrap="square" rtlCol="0">
            <a:noAutofit/>
          </a:bodyPr>
          <a:lstStyle/>
          <a:p>
            <a:pPr lvl="0" algn="just">
              <a:lnSpc>
                <a:spcPct val="160000"/>
              </a:lnSpc>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Hiển thị thanh điều hướng và danh sách sản phẩm, hỗ trợ tìm kiếm và lọc nhanh.</a:t>
            </a:r>
            <a:endPar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sp>
        <p:nvSpPr>
          <p:cNvPr id="4" name="文本框 9">
            <a:extLst>
              <a:ext uri="{FF2B5EF4-FFF2-40B4-BE49-F238E27FC236}">
                <a16:creationId xmlns:a16="http://schemas.microsoft.com/office/drawing/2014/main" id="{CFEACD70-C3EE-81C2-9561-F5D77442C059}"/>
              </a:ext>
            </a:extLst>
          </p:cNvPr>
          <p:cNvSpPr txBox="1"/>
          <p:nvPr/>
        </p:nvSpPr>
        <p:spPr>
          <a:xfrm>
            <a:off x="296060" y="3752517"/>
            <a:ext cx="2432050" cy="614337"/>
          </a:xfrm>
          <a:prstGeom prst="rect">
            <a:avLst/>
          </a:prstGeom>
          <a:noFill/>
        </p:spPr>
        <p:txBody>
          <a:bodyPr wrap="square" rtlCol="0">
            <a:noAutofit/>
          </a:bodyPr>
          <a:lstStyle/>
          <a:p>
            <a:pPr lvl="0" algn="just">
              <a:lnSpc>
                <a:spcPct val="160000"/>
              </a:lnSpc>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Cho phép người dùng nhập email để nhận ưu đãi và thông báo mới.</a:t>
            </a:r>
            <a:endPar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pic>
        <p:nvPicPr>
          <p:cNvPr id="10" name="Picture 9">
            <a:extLst>
              <a:ext uri="{FF2B5EF4-FFF2-40B4-BE49-F238E27FC236}">
                <a16:creationId xmlns:a16="http://schemas.microsoft.com/office/drawing/2014/main" id="{A7AFFDFA-E81C-4DB6-9710-7DC10B427B8B}"/>
              </a:ext>
            </a:extLst>
          </p:cNvPr>
          <p:cNvPicPr>
            <a:picLocks noChangeAspect="1"/>
          </p:cNvPicPr>
          <p:nvPr/>
        </p:nvPicPr>
        <p:blipFill rotWithShape="1">
          <a:blip r:embed="rId3"/>
          <a:srcRect t="1483" b="18019"/>
          <a:stretch/>
        </p:blipFill>
        <p:spPr>
          <a:xfrm>
            <a:off x="3943428" y="578734"/>
            <a:ext cx="7798554" cy="3292672"/>
          </a:xfrm>
          <a:prstGeom prst="rect">
            <a:avLst/>
          </a:prstGeom>
        </p:spPr>
      </p:pic>
      <p:pic>
        <p:nvPicPr>
          <p:cNvPr id="15" name="Picture 14">
            <a:extLst>
              <a:ext uri="{FF2B5EF4-FFF2-40B4-BE49-F238E27FC236}">
                <a16:creationId xmlns:a16="http://schemas.microsoft.com/office/drawing/2014/main" id="{5E86BB57-11AF-44F6-9179-D2FC685E6FC2}"/>
              </a:ext>
            </a:extLst>
          </p:cNvPr>
          <p:cNvPicPr>
            <a:picLocks noChangeAspect="1"/>
          </p:cNvPicPr>
          <p:nvPr/>
        </p:nvPicPr>
        <p:blipFill rotWithShape="1">
          <a:blip r:embed="rId4"/>
          <a:srcRect t="1" b="19392"/>
          <a:stretch/>
        </p:blipFill>
        <p:spPr>
          <a:xfrm>
            <a:off x="3943428" y="3931267"/>
            <a:ext cx="7798554" cy="2228233"/>
          </a:xfrm>
          <a:prstGeom prst="rect">
            <a:avLst/>
          </a:prstGeom>
        </p:spPr>
      </p:pic>
      <p:sp>
        <p:nvSpPr>
          <p:cNvPr id="6" name="Slide Number Placeholder 5">
            <a:extLst>
              <a:ext uri="{FF2B5EF4-FFF2-40B4-BE49-F238E27FC236}">
                <a16:creationId xmlns:a16="http://schemas.microsoft.com/office/drawing/2014/main" id="{CBA4C6BB-FFF8-4518-8EEE-973109E2F413}"/>
              </a:ext>
            </a:extLst>
          </p:cNvPr>
          <p:cNvSpPr>
            <a:spLocks noGrp="1"/>
          </p:cNvSpPr>
          <p:nvPr>
            <p:ph type="sldNum" sz="quarter" idx="12"/>
          </p:nvPr>
        </p:nvSpPr>
        <p:spPr>
          <a:xfrm>
            <a:off x="8737600" y="6409441"/>
            <a:ext cx="2844800" cy="365125"/>
          </a:xfrm>
        </p:spPr>
        <p:txBody>
          <a:bodyPr/>
          <a:lstStyle/>
          <a:p>
            <a:pPr defTabSz="1245235"/>
            <a:fld id="{ABCBC4E8-88EF-4446-9533-1BB591964EAE}" type="slidenum">
              <a:rPr lang="vi-VN" altLang="vi-VN" sz="2435" smtClean="0">
                <a:solidFill>
                  <a:schemeClr val="bg1"/>
                </a:solidFill>
                <a:latin typeface="Noto Sans"/>
                <a:ea typeface="Noto Sans"/>
              </a:rPr>
              <a:t>12</a:t>
            </a:fld>
            <a:endParaRPr lang="zh-CN" altLang="en-US" sz="2435" dirty="0">
              <a:solidFill>
                <a:schemeClr val="bg1"/>
              </a:solidFill>
            </a:endParaRPr>
          </a:p>
        </p:txBody>
      </p:sp>
    </p:spTree>
    <p:extLst>
      <p:ext uri="{BB962C8B-B14F-4D97-AF65-F5344CB8AC3E}">
        <p14:creationId xmlns:p14="http://schemas.microsoft.com/office/powerpoint/2010/main" val="2799328740"/>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20248-8CD9-22E2-2B13-BB8CB188C7FF}"/>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742993D6-550B-1B1C-E4C5-18704D9F5C2A}"/>
              </a:ext>
            </a:extLst>
          </p:cNvPr>
          <p:cNvSpPr/>
          <p:nvPr/>
        </p:nvSpPr>
        <p:spPr>
          <a:xfrm>
            <a:off x="0" y="1980278"/>
            <a:ext cx="3102014"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Đăng ký</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4C6DEC38-B564-2D59-91EE-64D3C3E83E54}"/>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8D00B7C1-EA73-964F-E98C-6C6DFC5A57C0}"/>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2" name="文本框 9">
            <a:extLst>
              <a:ext uri="{FF2B5EF4-FFF2-40B4-BE49-F238E27FC236}">
                <a16:creationId xmlns:a16="http://schemas.microsoft.com/office/drawing/2014/main" id="{09C44E1B-59AE-CD76-17B9-11C14936491B}"/>
              </a:ext>
            </a:extLst>
          </p:cNvPr>
          <p:cNvSpPr txBox="1"/>
          <p:nvPr/>
        </p:nvSpPr>
        <p:spPr>
          <a:xfrm>
            <a:off x="-1" y="2743826"/>
            <a:ext cx="3102015" cy="2054602"/>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Cho phép người dùng tạo tài khoản bằng tên, email và mật khẩu.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Xác nhận mật khẩu để đảm bảo tính chính xác.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Email xác nhận gửi về để xác nhân đăng ký</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Hỗ trợ đăng ký nhanh bằng Google.</a:t>
            </a:r>
          </a:p>
        </p:txBody>
      </p:sp>
      <p:sp>
        <p:nvSpPr>
          <p:cNvPr id="18" name="Rectangle 45">
            <a:extLst>
              <a:ext uri="{FF2B5EF4-FFF2-40B4-BE49-F238E27FC236}">
                <a16:creationId xmlns:a16="http://schemas.microsoft.com/office/drawing/2014/main" id="{AC4C2F3F-8DD8-99A8-829D-18208B70796B}"/>
              </a:ext>
            </a:extLst>
          </p:cNvPr>
          <p:cNvSpPr/>
          <p:nvPr/>
        </p:nvSpPr>
        <p:spPr bwMode="auto">
          <a:xfrm>
            <a:off x="-1788736" y="318291"/>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HỆ THỐNG</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6" name="Picture 5">
            <a:extLst>
              <a:ext uri="{FF2B5EF4-FFF2-40B4-BE49-F238E27FC236}">
                <a16:creationId xmlns:a16="http://schemas.microsoft.com/office/drawing/2014/main" id="{0F6B51F2-0E90-4DDC-8F01-E51FB088148C}"/>
              </a:ext>
            </a:extLst>
          </p:cNvPr>
          <p:cNvPicPr>
            <a:picLocks noChangeAspect="1"/>
          </p:cNvPicPr>
          <p:nvPr/>
        </p:nvPicPr>
        <p:blipFill rotWithShape="1">
          <a:blip r:embed="rId3"/>
          <a:srcRect l="1753" r="2435"/>
          <a:stretch/>
        </p:blipFill>
        <p:spPr>
          <a:xfrm>
            <a:off x="3393817" y="946846"/>
            <a:ext cx="8589790" cy="5025691"/>
          </a:xfrm>
          <a:prstGeom prst="rect">
            <a:avLst/>
          </a:prstGeom>
        </p:spPr>
      </p:pic>
      <p:sp>
        <p:nvSpPr>
          <p:cNvPr id="4" name="Slide Number Placeholder 3">
            <a:extLst>
              <a:ext uri="{FF2B5EF4-FFF2-40B4-BE49-F238E27FC236}">
                <a16:creationId xmlns:a16="http://schemas.microsoft.com/office/drawing/2014/main" id="{689B6590-6B2B-4364-96D8-80BD21AFD68F}"/>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13</a:t>
            </a:fld>
            <a:endParaRPr lang="zh-CN" altLang="en-US" sz="2435" dirty="0">
              <a:solidFill>
                <a:schemeClr val="bg1"/>
              </a:solidFill>
            </a:endParaRPr>
          </a:p>
        </p:txBody>
      </p:sp>
    </p:spTree>
    <p:extLst>
      <p:ext uri="{BB962C8B-B14F-4D97-AF65-F5344CB8AC3E}">
        <p14:creationId xmlns:p14="http://schemas.microsoft.com/office/powerpoint/2010/main" val="3761537048"/>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37"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outVertic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20248-8CD9-22E2-2B13-BB8CB188C7FF}"/>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742993D6-550B-1B1C-E4C5-18704D9F5C2A}"/>
              </a:ext>
            </a:extLst>
          </p:cNvPr>
          <p:cNvSpPr/>
          <p:nvPr/>
        </p:nvSpPr>
        <p:spPr>
          <a:xfrm>
            <a:off x="0" y="1980278"/>
            <a:ext cx="3102014"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Đăng nhập</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4C6DEC38-B564-2D59-91EE-64D3C3E83E54}"/>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8D00B7C1-EA73-964F-E98C-6C6DFC5A57C0}"/>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2" name="文本框 9">
            <a:extLst>
              <a:ext uri="{FF2B5EF4-FFF2-40B4-BE49-F238E27FC236}">
                <a16:creationId xmlns:a16="http://schemas.microsoft.com/office/drawing/2014/main" id="{09C44E1B-59AE-CD76-17B9-11C14936491B}"/>
              </a:ext>
            </a:extLst>
          </p:cNvPr>
          <p:cNvSpPr txBox="1"/>
          <p:nvPr/>
        </p:nvSpPr>
        <p:spPr>
          <a:xfrm>
            <a:off x="-1" y="2743826"/>
            <a:ext cx="3102015" cy="2054602"/>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Cho phép người dùng nhập tài khoản và mật khẩu để truy cập hệ thống.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Hỗ trợ đăng nhập bằng Google và tùy chọn “Ghi nhớ đăng nhập”.</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 Cung cấp liên kết đăng ký tài khoản và khôi phục mật khẩu.</a:t>
            </a:r>
          </a:p>
        </p:txBody>
      </p:sp>
      <p:sp>
        <p:nvSpPr>
          <p:cNvPr id="18" name="Rectangle 45">
            <a:extLst>
              <a:ext uri="{FF2B5EF4-FFF2-40B4-BE49-F238E27FC236}">
                <a16:creationId xmlns:a16="http://schemas.microsoft.com/office/drawing/2014/main" id="{AC4C2F3F-8DD8-99A8-829D-18208B70796B}"/>
              </a:ext>
            </a:extLst>
          </p:cNvPr>
          <p:cNvSpPr/>
          <p:nvPr/>
        </p:nvSpPr>
        <p:spPr bwMode="auto">
          <a:xfrm>
            <a:off x="-1788736" y="318291"/>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HỆ THỐNG</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5" name="Picture 4">
            <a:extLst>
              <a:ext uri="{FF2B5EF4-FFF2-40B4-BE49-F238E27FC236}">
                <a16:creationId xmlns:a16="http://schemas.microsoft.com/office/drawing/2014/main" id="{D88B5BFB-335B-4C98-9757-2B00BCC97A29}"/>
              </a:ext>
            </a:extLst>
          </p:cNvPr>
          <p:cNvPicPr>
            <a:picLocks noChangeAspect="1"/>
          </p:cNvPicPr>
          <p:nvPr/>
        </p:nvPicPr>
        <p:blipFill>
          <a:blip r:embed="rId3"/>
          <a:stretch>
            <a:fillRect/>
          </a:stretch>
        </p:blipFill>
        <p:spPr>
          <a:xfrm>
            <a:off x="3325828" y="1100198"/>
            <a:ext cx="8780447" cy="4657604"/>
          </a:xfrm>
          <a:prstGeom prst="rect">
            <a:avLst/>
          </a:prstGeom>
        </p:spPr>
      </p:pic>
      <p:sp>
        <p:nvSpPr>
          <p:cNvPr id="4" name="Slide Number Placeholder 3">
            <a:extLst>
              <a:ext uri="{FF2B5EF4-FFF2-40B4-BE49-F238E27FC236}">
                <a16:creationId xmlns:a16="http://schemas.microsoft.com/office/drawing/2014/main" id="{2F2D05DC-50D9-4831-A95C-D1E91DDB13D7}"/>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14</a:t>
            </a:fld>
            <a:endParaRPr lang="zh-CN" altLang="en-US" sz="2435" dirty="0">
              <a:solidFill>
                <a:schemeClr val="bg1"/>
              </a:solidFill>
            </a:endParaRPr>
          </a:p>
        </p:txBody>
      </p:sp>
    </p:spTree>
    <p:extLst>
      <p:ext uri="{BB962C8B-B14F-4D97-AF65-F5344CB8AC3E}">
        <p14:creationId xmlns:p14="http://schemas.microsoft.com/office/powerpoint/2010/main" val="1818224149"/>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37"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outVertic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20248-8CD9-22E2-2B13-BB8CB188C7FF}"/>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742993D6-550B-1B1C-E4C5-18704D9F5C2A}"/>
              </a:ext>
            </a:extLst>
          </p:cNvPr>
          <p:cNvSpPr/>
          <p:nvPr/>
        </p:nvSpPr>
        <p:spPr>
          <a:xfrm>
            <a:off x="0" y="2142811"/>
            <a:ext cx="289560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Danh sách sản phẩm</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4C6DEC38-B564-2D59-91EE-64D3C3E83E54}"/>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8D00B7C1-EA73-964F-E98C-6C6DFC5A57C0}"/>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2" name="文本框 9">
            <a:extLst>
              <a:ext uri="{FF2B5EF4-FFF2-40B4-BE49-F238E27FC236}">
                <a16:creationId xmlns:a16="http://schemas.microsoft.com/office/drawing/2014/main" id="{09C44E1B-59AE-CD76-17B9-11C14936491B}"/>
              </a:ext>
            </a:extLst>
          </p:cNvPr>
          <p:cNvSpPr txBox="1"/>
          <p:nvPr/>
        </p:nvSpPr>
        <p:spPr>
          <a:xfrm>
            <a:off x="171450" y="2891312"/>
            <a:ext cx="2687207" cy="2054602"/>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Hiển thị sản phẩm theo danh mục hoặc kết quả tìm kiếm.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Hỗ trợ lọc theo giá và chế độ hiển thị, đảm bảo xem đầy đủ sản phẩm.</a:t>
            </a:r>
          </a:p>
        </p:txBody>
      </p:sp>
      <p:sp>
        <p:nvSpPr>
          <p:cNvPr id="18" name="Rectangle 45">
            <a:extLst>
              <a:ext uri="{FF2B5EF4-FFF2-40B4-BE49-F238E27FC236}">
                <a16:creationId xmlns:a16="http://schemas.microsoft.com/office/drawing/2014/main" id="{AC4C2F3F-8DD8-99A8-829D-18208B70796B}"/>
              </a:ext>
            </a:extLst>
          </p:cNvPr>
          <p:cNvSpPr/>
          <p:nvPr/>
        </p:nvSpPr>
        <p:spPr bwMode="auto">
          <a:xfrm>
            <a:off x="-1788736" y="318291"/>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HỆ THỐNG</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9" name="Picture 8">
            <a:extLst>
              <a:ext uri="{FF2B5EF4-FFF2-40B4-BE49-F238E27FC236}">
                <a16:creationId xmlns:a16="http://schemas.microsoft.com/office/drawing/2014/main" id="{80B64FAF-8CEB-43B1-9BFC-6AE050E052BB}"/>
              </a:ext>
            </a:extLst>
          </p:cNvPr>
          <p:cNvPicPr>
            <a:picLocks noChangeAspect="1"/>
          </p:cNvPicPr>
          <p:nvPr/>
        </p:nvPicPr>
        <p:blipFill rotWithShape="1">
          <a:blip r:embed="rId3"/>
          <a:srcRect r="2566"/>
          <a:stretch/>
        </p:blipFill>
        <p:spPr>
          <a:xfrm>
            <a:off x="3303438" y="1177120"/>
            <a:ext cx="8680169" cy="4446018"/>
          </a:xfrm>
          <a:prstGeom prst="rect">
            <a:avLst/>
          </a:prstGeom>
        </p:spPr>
      </p:pic>
      <p:sp>
        <p:nvSpPr>
          <p:cNvPr id="4" name="Slide Number Placeholder 3">
            <a:extLst>
              <a:ext uri="{FF2B5EF4-FFF2-40B4-BE49-F238E27FC236}">
                <a16:creationId xmlns:a16="http://schemas.microsoft.com/office/drawing/2014/main" id="{FF582B4A-F372-456B-81A6-102FF4F84ABE}"/>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15</a:t>
            </a:fld>
            <a:endParaRPr lang="zh-CN" altLang="en-US" sz="2435" dirty="0">
              <a:solidFill>
                <a:schemeClr val="bg1"/>
              </a:solidFill>
            </a:endParaRPr>
          </a:p>
        </p:txBody>
      </p:sp>
    </p:spTree>
    <p:extLst>
      <p:ext uri="{BB962C8B-B14F-4D97-AF65-F5344CB8AC3E}">
        <p14:creationId xmlns:p14="http://schemas.microsoft.com/office/powerpoint/2010/main" val="4188882231"/>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37"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outVertic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20248-8CD9-22E2-2B13-BB8CB188C7FF}"/>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742993D6-550B-1B1C-E4C5-18704D9F5C2A}"/>
              </a:ext>
            </a:extLst>
          </p:cNvPr>
          <p:cNvSpPr/>
          <p:nvPr/>
        </p:nvSpPr>
        <p:spPr>
          <a:xfrm>
            <a:off x="0" y="1847668"/>
            <a:ext cx="306705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Chi tiết sản phẩm</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4C6DEC38-B564-2D59-91EE-64D3C3E83E54}"/>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8D00B7C1-EA73-964F-E98C-6C6DFC5A57C0}"/>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2" name="文本框 9">
            <a:extLst>
              <a:ext uri="{FF2B5EF4-FFF2-40B4-BE49-F238E27FC236}">
                <a16:creationId xmlns:a16="http://schemas.microsoft.com/office/drawing/2014/main" id="{09C44E1B-59AE-CD76-17B9-11C14936491B}"/>
              </a:ext>
            </a:extLst>
          </p:cNvPr>
          <p:cNvSpPr txBox="1"/>
          <p:nvPr/>
        </p:nvSpPr>
        <p:spPr>
          <a:xfrm>
            <a:off x="171450" y="2523299"/>
            <a:ext cx="2895600" cy="2054602"/>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Hiển thị hình ảnh, tên, giá và số lượng sản phẩm.</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 Xem mô tả chi tiết và thông tin đánh giá.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Hỗ trợ chọn số lượng và thêm sản phẩm vào giỏ hàng.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Gợi ý các sản phẩm cùng loại để tham khảo thêm.</a:t>
            </a:r>
          </a:p>
        </p:txBody>
      </p:sp>
      <p:sp>
        <p:nvSpPr>
          <p:cNvPr id="18" name="Rectangle 45">
            <a:extLst>
              <a:ext uri="{FF2B5EF4-FFF2-40B4-BE49-F238E27FC236}">
                <a16:creationId xmlns:a16="http://schemas.microsoft.com/office/drawing/2014/main" id="{AC4C2F3F-8DD8-99A8-829D-18208B70796B}"/>
              </a:ext>
            </a:extLst>
          </p:cNvPr>
          <p:cNvSpPr/>
          <p:nvPr/>
        </p:nvSpPr>
        <p:spPr bwMode="auto">
          <a:xfrm>
            <a:off x="-1788736" y="318291"/>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HỆ THỐNG</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5" name="Picture 4">
            <a:extLst>
              <a:ext uri="{FF2B5EF4-FFF2-40B4-BE49-F238E27FC236}">
                <a16:creationId xmlns:a16="http://schemas.microsoft.com/office/drawing/2014/main" id="{7E5F3331-1064-4F4F-8D6D-7260E8B01B1D}"/>
              </a:ext>
            </a:extLst>
          </p:cNvPr>
          <p:cNvPicPr>
            <a:picLocks noChangeAspect="1"/>
          </p:cNvPicPr>
          <p:nvPr/>
        </p:nvPicPr>
        <p:blipFill rotWithShape="1">
          <a:blip r:embed="rId3"/>
          <a:srcRect b="7008"/>
          <a:stretch/>
        </p:blipFill>
        <p:spPr>
          <a:xfrm>
            <a:off x="4572010" y="152400"/>
            <a:ext cx="6973209" cy="3237405"/>
          </a:xfrm>
          <a:prstGeom prst="rect">
            <a:avLst/>
          </a:prstGeom>
        </p:spPr>
      </p:pic>
      <p:pic>
        <p:nvPicPr>
          <p:cNvPr id="10" name="Picture 9">
            <a:extLst>
              <a:ext uri="{FF2B5EF4-FFF2-40B4-BE49-F238E27FC236}">
                <a16:creationId xmlns:a16="http://schemas.microsoft.com/office/drawing/2014/main" id="{E69348F8-3FF6-4540-93A4-63A311C79369}"/>
              </a:ext>
            </a:extLst>
          </p:cNvPr>
          <p:cNvPicPr>
            <a:picLocks noChangeAspect="1"/>
          </p:cNvPicPr>
          <p:nvPr/>
        </p:nvPicPr>
        <p:blipFill rotWithShape="1">
          <a:blip r:embed="rId4"/>
          <a:srcRect l="1735" r="4456"/>
          <a:stretch/>
        </p:blipFill>
        <p:spPr>
          <a:xfrm>
            <a:off x="4896094" y="3620595"/>
            <a:ext cx="6649125" cy="3237405"/>
          </a:xfrm>
          <a:prstGeom prst="rect">
            <a:avLst/>
          </a:prstGeom>
        </p:spPr>
      </p:pic>
      <p:sp>
        <p:nvSpPr>
          <p:cNvPr id="4" name="Slide Number Placeholder 3">
            <a:extLst>
              <a:ext uri="{FF2B5EF4-FFF2-40B4-BE49-F238E27FC236}">
                <a16:creationId xmlns:a16="http://schemas.microsoft.com/office/drawing/2014/main" id="{6B0DF5C2-9392-45AA-B45A-A1075E441F7A}"/>
              </a:ext>
            </a:extLst>
          </p:cNvPr>
          <p:cNvSpPr>
            <a:spLocks noGrp="1"/>
          </p:cNvSpPr>
          <p:nvPr>
            <p:ph type="sldNum" sz="quarter" idx="12"/>
          </p:nvPr>
        </p:nvSpPr>
        <p:spPr/>
        <p:txBody>
          <a:bodyPr/>
          <a:lstStyle/>
          <a:p>
            <a:pPr defTabSz="1245235"/>
            <a:fld id="{ABCBC4E8-88EF-4446-9533-1BB591964EAE}" type="slidenum">
              <a:rPr lang="vi-VN" altLang="vi-VN" sz="2435" smtClean="0">
                <a:solidFill>
                  <a:srgbClr val="FFFFFF"/>
                </a:solidFill>
                <a:latin typeface="Noto Sans"/>
                <a:ea typeface="Noto Sans"/>
              </a:rPr>
              <a:t>16</a:t>
            </a:fld>
            <a:endParaRPr lang="zh-CN" altLang="en-US" sz="2435" dirty="0">
              <a:solidFill>
                <a:srgbClr val="FFFFFF"/>
              </a:solidFill>
            </a:endParaRPr>
          </a:p>
        </p:txBody>
      </p:sp>
      <p:sp>
        <p:nvSpPr>
          <p:cNvPr id="11" name="Slide Number Placeholder 3">
            <a:extLst>
              <a:ext uri="{FF2B5EF4-FFF2-40B4-BE49-F238E27FC236}">
                <a16:creationId xmlns:a16="http://schemas.microsoft.com/office/drawing/2014/main" id="{0AA9E2E2-5915-4D14-AB80-B6CF0CF918D3}"/>
              </a:ext>
            </a:extLst>
          </p:cNvPr>
          <p:cNvSpPr txBox="1">
            <a:spLocks/>
          </p:cNvSpPr>
          <p:nvPr/>
        </p:nvSpPr>
        <p:spPr>
          <a:xfrm>
            <a:off x="8890000" y="6508757"/>
            <a:ext cx="2844800" cy="365125"/>
          </a:xfrm>
          <a:prstGeom prst="rect">
            <a:avLst/>
          </a:prstGeom>
        </p:spPr>
        <p:txBody>
          <a:bodyPr>
            <a:normAutofit fontScale="8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45235"/>
            <a:fld id="{ABCBC4E8-88EF-4446-9533-1BB591964EAE}" type="slidenum">
              <a:rPr lang="vi-VN" altLang="vi-VN" sz="2435" smtClean="0">
                <a:solidFill>
                  <a:schemeClr val="bg1"/>
                </a:solidFill>
                <a:latin typeface="Noto Sans"/>
                <a:ea typeface="Noto Sans"/>
              </a:rPr>
              <a:pPr defTabSz="1245235"/>
              <a:t>16</a:t>
            </a:fld>
            <a:endParaRPr lang="zh-CN" altLang="en-US" sz="2435" dirty="0">
              <a:solidFill>
                <a:schemeClr val="bg1"/>
              </a:solidFill>
            </a:endParaRPr>
          </a:p>
        </p:txBody>
      </p:sp>
    </p:spTree>
    <p:extLst>
      <p:ext uri="{BB962C8B-B14F-4D97-AF65-F5344CB8AC3E}">
        <p14:creationId xmlns:p14="http://schemas.microsoft.com/office/powerpoint/2010/main" val="684633237"/>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37"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outVertic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5BCA3-E57E-8C1B-90E3-93682CA93B9E}"/>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9967B01A-ACC5-F5AC-242C-652BBF63A433}"/>
              </a:ext>
            </a:extLst>
          </p:cNvPr>
          <p:cNvSpPr/>
          <p:nvPr/>
        </p:nvSpPr>
        <p:spPr>
          <a:xfrm>
            <a:off x="1" y="1832951"/>
            <a:ext cx="289560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Giỏ hàng</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D14ED36E-6DBA-C038-F6B0-06E8E51E2289}"/>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8EA9CCD9-C011-198E-5B86-BFC6AD53F90E}"/>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2" name="文本框 9">
            <a:extLst>
              <a:ext uri="{FF2B5EF4-FFF2-40B4-BE49-F238E27FC236}">
                <a16:creationId xmlns:a16="http://schemas.microsoft.com/office/drawing/2014/main" id="{7352E801-2D28-5551-9E63-888D50BE73C0}"/>
              </a:ext>
            </a:extLst>
          </p:cNvPr>
          <p:cNvSpPr txBox="1"/>
          <p:nvPr/>
        </p:nvSpPr>
        <p:spPr>
          <a:xfrm>
            <a:off x="46194" y="2596499"/>
            <a:ext cx="2640633" cy="1996145"/>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Hiển thị sách đã thêm vào giỏ hàng.</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Cập nhật số lượng và xóa sản phẩm.</a:t>
            </a:r>
            <a:endPar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sp>
        <p:nvSpPr>
          <p:cNvPr id="4" name="文本框 9">
            <a:extLst>
              <a:ext uri="{FF2B5EF4-FFF2-40B4-BE49-F238E27FC236}">
                <a16:creationId xmlns:a16="http://schemas.microsoft.com/office/drawing/2014/main" id="{52573BFF-BD92-2F8A-FD8F-5826248D3660}"/>
              </a:ext>
            </a:extLst>
          </p:cNvPr>
          <p:cNvSpPr txBox="1"/>
          <p:nvPr/>
        </p:nvSpPr>
        <p:spPr>
          <a:xfrm>
            <a:off x="463551" y="4550343"/>
            <a:ext cx="2432050" cy="900262"/>
          </a:xfrm>
          <a:prstGeom prst="rect">
            <a:avLst/>
          </a:prstGeom>
          <a:noFill/>
        </p:spPr>
        <p:txBody>
          <a:bodyPr wrap="square" rtlCol="0">
            <a:noAutofit/>
          </a:bodyPr>
          <a:lstStyle/>
          <a:p>
            <a:pPr marL="171450" lvl="0" indent="-171450" algn="just">
              <a:lnSpc>
                <a:spcPct val="160000"/>
              </a:lnSpc>
              <a:buFont typeface="Arial" panose="020B0604020202020204" pitchFamily="34" charset="0"/>
              <a:buChar char="•"/>
              <a:defRPr/>
            </a:pPr>
            <a:endParaRPr kumimoji="0" lang="vi-VN" altLang="vi-VN" sz="12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sp>
        <p:nvSpPr>
          <p:cNvPr id="18" name="Rectangle 45">
            <a:extLst>
              <a:ext uri="{FF2B5EF4-FFF2-40B4-BE49-F238E27FC236}">
                <a16:creationId xmlns:a16="http://schemas.microsoft.com/office/drawing/2014/main" id="{D4416B12-FD21-7183-95EA-997F59276192}"/>
              </a:ext>
            </a:extLst>
          </p:cNvPr>
          <p:cNvSpPr/>
          <p:nvPr/>
        </p:nvSpPr>
        <p:spPr bwMode="auto">
          <a:xfrm>
            <a:off x="-1788736" y="318291"/>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HỆ THỐNG</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6" name="Picture 5">
            <a:extLst>
              <a:ext uri="{FF2B5EF4-FFF2-40B4-BE49-F238E27FC236}">
                <a16:creationId xmlns:a16="http://schemas.microsoft.com/office/drawing/2014/main" id="{6B8EF223-0A05-4EA6-B036-DA0472B6DE8B}"/>
              </a:ext>
            </a:extLst>
          </p:cNvPr>
          <p:cNvPicPr>
            <a:picLocks noChangeAspect="1"/>
          </p:cNvPicPr>
          <p:nvPr/>
        </p:nvPicPr>
        <p:blipFill>
          <a:blip r:embed="rId3"/>
          <a:stretch>
            <a:fillRect/>
          </a:stretch>
        </p:blipFill>
        <p:spPr>
          <a:xfrm>
            <a:off x="3057958" y="1112737"/>
            <a:ext cx="8925649" cy="4337868"/>
          </a:xfrm>
          <a:prstGeom prst="rect">
            <a:avLst/>
          </a:prstGeom>
        </p:spPr>
      </p:pic>
      <p:sp>
        <p:nvSpPr>
          <p:cNvPr id="5" name="Slide Number Placeholder 4">
            <a:extLst>
              <a:ext uri="{FF2B5EF4-FFF2-40B4-BE49-F238E27FC236}">
                <a16:creationId xmlns:a16="http://schemas.microsoft.com/office/drawing/2014/main" id="{2EA4E8DD-FD64-4CC9-BAAB-FB5073F069B5}"/>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17</a:t>
            </a:fld>
            <a:endParaRPr lang="zh-CN" altLang="en-US" sz="2435" dirty="0">
              <a:solidFill>
                <a:schemeClr val="bg1"/>
              </a:solidFill>
            </a:endParaRPr>
          </a:p>
        </p:txBody>
      </p:sp>
    </p:spTree>
    <p:extLst>
      <p:ext uri="{BB962C8B-B14F-4D97-AF65-F5344CB8AC3E}">
        <p14:creationId xmlns:p14="http://schemas.microsoft.com/office/powerpoint/2010/main" val="1957677975"/>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nodePh="1">
                                  <p:stCondLst>
                                    <p:cond delay="0"/>
                                  </p:stCondLst>
                                  <p:endCondLst>
                                    <p:cond evt="begin" delay="0">
                                      <p:tn val="10"/>
                                    </p:cond>
                                  </p:end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16" presetClass="entr" presetSubtype="37"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outVertical)">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5BCA3-E57E-8C1B-90E3-93682CA93B9E}"/>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9967B01A-ACC5-F5AC-242C-652BBF63A433}"/>
              </a:ext>
            </a:extLst>
          </p:cNvPr>
          <p:cNvSpPr/>
          <p:nvPr/>
        </p:nvSpPr>
        <p:spPr>
          <a:xfrm>
            <a:off x="-190" y="1698753"/>
            <a:ext cx="289560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Thanh toán</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D14ED36E-6DBA-C038-F6B0-06E8E51E2289}"/>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8EA9CCD9-C011-198E-5B86-BFC6AD53F90E}"/>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2" name="文本框 9">
            <a:extLst>
              <a:ext uri="{FF2B5EF4-FFF2-40B4-BE49-F238E27FC236}">
                <a16:creationId xmlns:a16="http://schemas.microsoft.com/office/drawing/2014/main" id="{7352E801-2D28-5551-9E63-888D50BE73C0}"/>
              </a:ext>
            </a:extLst>
          </p:cNvPr>
          <p:cNvSpPr txBox="1"/>
          <p:nvPr/>
        </p:nvSpPr>
        <p:spPr>
          <a:xfrm>
            <a:off x="85725" y="2462301"/>
            <a:ext cx="2768117" cy="1996145"/>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Hiển thị các sản phẩm đã thêm vào giỏ hàng và tổng tiền.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Nhập thông tin khách hàng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Lựa chọn hình thức thanh toán (COD, VNPAY, MoMo). Hỗ trợ đặt hàng và xác nhận đơn nhanh chóng.</a:t>
            </a:r>
            <a:endPar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sp>
        <p:nvSpPr>
          <p:cNvPr id="4" name="文本框 9">
            <a:extLst>
              <a:ext uri="{FF2B5EF4-FFF2-40B4-BE49-F238E27FC236}">
                <a16:creationId xmlns:a16="http://schemas.microsoft.com/office/drawing/2014/main" id="{52573BFF-BD92-2F8A-FD8F-5826248D3660}"/>
              </a:ext>
            </a:extLst>
          </p:cNvPr>
          <p:cNvSpPr txBox="1"/>
          <p:nvPr/>
        </p:nvSpPr>
        <p:spPr>
          <a:xfrm>
            <a:off x="463551" y="4550343"/>
            <a:ext cx="2432050" cy="900262"/>
          </a:xfrm>
          <a:prstGeom prst="rect">
            <a:avLst/>
          </a:prstGeom>
          <a:noFill/>
        </p:spPr>
        <p:txBody>
          <a:bodyPr wrap="square" rtlCol="0">
            <a:noAutofit/>
          </a:bodyPr>
          <a:lstStyle/>
          <a:p>
            <a:pPr marL="171450" lvl="0" indent="-171450" algn="just">
              <a:lnSpc>
                <a:spcPct val="160000"/>
              </a:lnSpc>
              <a:buFont typeface="Arial" panose="020B0604020202020204" pitchFamily="34" charset="0"/>
              <a:buChar char="•"/>
              <a:defRPr/>
            </a:pPr>
            <a:endParaRPr kumimoji="0" lang="vi-VN" altLang="vi-VN" sz="12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sp>
        <p:nvSpPr>
          <p:cNvPr id="18" name="Rectangle 45">
            <a:extLst>
              <a:ext uri="{FF2B5EF4-FFF2-40B4-BE49-F238E27FC236}">
                <a16:creationId xmlns:a16="http://schemas.microsoft.com/office/drawing/2014/main" id="{D4416B12-FD21-7183-95EA-997F59276192}"/>
              </a:ext>
            </a:extLst>
          </p:cNvPr>
          <p:cNvSpPr/>
          <p:nvPr/>
        </p:nvSpPr>
        <p:spPr bwMode="auto">
          <a:xfrm>
            <a:off x="-1788736" y="318291"/>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HỆ THỐNG</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7" name="Picture 6">
            <a:extLst>
              <a:ext uri="{FF2B5EF4-FFF2-40B4-BE49-F238E27FC236}">
                <a16:creationId xmlns:a16="http://schemas.microsoft.com/office/drawing/2014/main" id="{3FE58BC4-CB38-4B53-AD41-4711D35D9E94}"/>
              </a:ext>
            </a:extLst>
          </p:cNvPr>
          <p:cNvPicPr>
            <a:picLocks noChangeAspect="1"/>
          </p:cNvPicPr>
          <p:nvPr/>
        </p:nvPicPr>
        <p:blipFill rotWithShape="1">
          <a:blip r:embed="rId3"/>
          <a:srcRect l="2333"/>
          <a:stretch/>
        </p:blipFill>
        <p:spPr>
          <a:xfrm>
            <a:off x="3104184" y="829257"/>
            <a:ext cx="8739482" cy="5430979"/>
          </a:xfrm>
          <a:prstGeom prst="rect">
            <a:avLst/>
          </a:prstGeom>
        </p:spPr>
      </p:pic>
      <p:sp>
        <p:nvSpPr>
          <p:cNvPr id="5" name="Slide Number Placeholder 4">
            <a:extLst>
              <a:ext uri="{FF2B5EF4-FFF2-40B4-BE49-F238E27FC236}">
                <a16:creationId xmlns:a16="http://schemas.microsoft.com/office/drawing/2014/main" id="{D761EEA3-0A14-49C2-B6B7-0BECBD28F1FB}"/>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18</a:t>
            </a:fld>
            <a:endParaRPr lang="zh-CN" altLang="en-US" sz="2435" dirty="0">
              <a:solidFill>
                <a:schemeClr val="bg1"/>
              </a:solidFill>
            </a:endParaRPr>
          </a:p>
        </p:txBody>
      </p:sp>
    </p:spTree>
    <p:extLst>
      <p:ext uri="{BB962C8B-B14F-4D97-AF65-F5344CB8AC3E}">
        <p14:creationId xmlns:p14="http://schemas.microsoft.com/office/powerpoint/2010/main" val="346697437"/>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nodePh="1">
                                  <p:stCondLst>
                                    <p:cond delay="0"/>
                                  </p:stCondLst>
                                  <p:endCondLst>
                                    <p:cond evt="begin" delay="0">
                                      <p:tn val="10"/>
                                    </p:cond>
                                  </p:end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16" presetClass="entr" presetSubtype="37"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outVertical)">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3A497-B611-C3B4-546B-2D34B308093B}"/>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26DCB282-E0AD-4235-7E28-E79845F0B9CF}"/>
              </a:ext>
            </a:extLst>
          </p:cNvPr>
          <p:cNvSpPr/>
          <p:nvPr/>
        </p:nvSpPr>
        <p:spPr>
          <a:xfrm>
            <a:off x="0" y="1345288"/>
            <a:ext cx="289560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Trang tin tức</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B0550344-DE5D-E559-1EF2-88CD0940574A}"/>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E8BF6D0E-C46B-FB59-333A-9696D4E39E4F}"/>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5" name="Rectangle 45">
            <a:extLst>
              <a:ext uri="{FF2B5EF4-FFF2-40B4-BE49-F238E27FC236}">
                <a16:creationId xmlns:a16="http://schemas.microsoft.com/office/drawing/2014/main" id="{910C0F28-2BAA-FC2D-0FE9-10B198BED5DD}"/>
              </a:ext>
            </a:extLst>
          </p:cNvPr>
          <p:cNvSpPr/>
          <p:nvPr/>
        </p:nvSpPr>
        <p:spPr bwMode="auto">
          <a:xfrm>
            <a:off x="-1788736" y="318291"/>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HỆ THỐNG</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38" name="矩形 2">
            <a:extLst>
              <a:ext uri="{FF2B5EF4-FFF2-40B4-BE49-F238E27FC236}">
                <a16:creationId xmlns:a16="http://schemas.microsoft.com/office/drawing/2014/main" id="{B4E300FF-6807-65B2-0B43-C36312A05F4D}"/>
              </a:ext>
            </a:extLst>
          </p:cNvPr>
          <p:cNvSpPr/>
          <p:nvPr/>
        </p:nvSpPr>
        <p:spPr>
          <a:xfrm>
            <a:off x="0" y="4194871"/>
            <a:ext cx="289560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Chi tiết tin tức</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2" name="文本框 9">
            <a:extLst>
              <a:ext uri="{FF2B5EF4-FFF2-40B4-BE49-F238E27FC236}">
                <a16:creationId xmlns:a16="http://schemas.microsoft.com/office/drawing/2014/main" id="{B919A094-24AB-99E3-C7A9-96AEA8C7FA77}"/>
              </a:ext>
            </a:extLst>
          </p:cNvPr>
          <p:cNvSpPr txBox="1"/>
          <p:nvPr/>
        </p:nvSpPr>
        <p:spPr>
          <a:xfrm>
            <a:off x="254777" y="1945752"/>
            <a:ext cx="2432050" cy="1225711"/>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Giao diện tức tức hiển thị danh sách bài viết được</a:t>
            </a:r>
            <a:r>
              <a:rPr kumimoji="0" lang="vi-VN" altLang="vi-VN" sz="1400" b="1" i="0" u="none" strike="noStrike" cap="none" spc="0" normalizeH="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 đăng tải.</a:t>
            </a:r>
            <a:endPar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sp>
        <p:nvSpPr>
          <p:cNvPr id="4" name="文本框 9">
            <a:extLst>
              <a:ext uri="{FF2B5EF4-FFF2-40B4-BE49-F238E27FC236}">
                <a16:creationId xmlns:a16="http://schemas.microsoft.com/office/drawing/2014/main" id="{5E2D5B45-3C86-DFC7-404B-6913F34E33CA}"/>
              </a:ext>
            </a:extLst>
          </p:cNvPr>
          <p:cNvSpPr txBox="1"/>
          <p:nvPr/>
        </p:nvSpPr>
        <p:spPr>
          <a:xfrm>
            <a:off x="347804" y="4830974"/>
            <a:ext cx="2432050" cy="925662"/>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Hiển thị chi tiết nội dung của bài viết.</a:t>
            </a:r>
          </a:p>
        </p:txBody>
      </p:sp>
      <p:pic>
        <p:nvPicPr>
          <p:cNvPr id="7" name="Picture 6">
            <a:extLst>
              <a:ext uri="{FF2B5EF4-FFF2-40B4-BE49-F238E27FC236}">
                <a16:creationId xmlns:a16="http://schemas.microsoft.com/office/drawing/2014/main" id="{754F037B-331E-4A1A-AA47-43CF102855B0}"/>
              </a:ext>
            </a:extLst>
          </p:cNvPr>
          <p:cNvPicPr>
            <a:picLocks noChangeAspect="1"/>
          </p:cNvPicPr>
          <p:nvPr/>
        </p:nvPicPr>
        <p:blipFill rotWithShape="1">
          <a:blip r:embed="rId3"/>
          <a:srcRect l="7803" r="5779"/>
          <a:stretch/>
        </p:blipFill>
        <p:spPr>
          <a:xfrm>
            <a:off x="4427316" y="152400"/>
            <a:ext cx="7153154" cy="3524642"/>
          </a:xfrm>
          <a:prstGeom prst="rect">
            <a:avLst/>
          </a:prstGeom>
        </p:spPr>
      </p:pic>
      <p:pic>
        <p:nvPicPr>
          <p:cNvPr id="9" name="Picture 8">
            <a:extLst>
              <a:ext uri="{FF2B5EF4-FFF2-40B4-BE49-F238E27FC236}">
                <a16:creationId xmlns:a16="http://schemas.microsoft.com/office/drawing/2014/main" id="{2E7A7AEF-DC37-45BE-81D7-F5CD7F1C0C74}"/>
              </a:ext>
            </a:extLst>
          </p:cNvPr>
          <p:cNvPicPr>
            <a:picLocks noChangeAspect="1"/>
          </p:cNvPicPr>
          <p:nvPr/>
        </p:nvPicPr>
        <p:blipFill>
          <a:blip r:embed="rId4"/>
          <a:stretch>
            <a:fillRect/>
          </a:stretch>
        </p:blipFill>
        <p:spPr>
          <a:xfrm>
            <a:off x="4427316" y="3263392"/>
            <a:ext cx="7280478" cy="3812454"/>
          </a:xfrm>
          <a:prstGeom prst="rect">
            <a:avLst/>
          </a:prstGeom>
        </p:spPr>
      </p:pic>
      <p:cxnSp>
        <p:nvCxnSpPr>
          <p:cNvPr id="13" name="Straight Connector 12">
            <a:extLst>
              <a:ext uri="{FF2B5EF4-FFF2-40B4-BE49-F238E27FC236}">
                <a16:creationId xmlns:a16="http://schemas.microsoft.com/office/drawing/2014/main" id="{FC0DA90B-0C74-4FBC-B196-14FE40E781D2}"/>
              </a:ext>
            </a:extLst>
          </p:cNvPr>
          <p:cNvCxnSpPr>
            <a:cxnSpLocks/>
          </p:cNvCxnSpPr>
          <p:nvPr/>
        </p:nvCxnSpPr>
        <p:spPr>
          <a:xfrm>
            <a:off x="4427316" y="3252486"/>
            <a:ext cx="205450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B0C4F49-4DEB-40D9-8ABF-560A3B0751AA}"/>
              </a:ext>
            </a:extLst>
          </p:cNvPr>
          <p:cNvCxnSpPr>
            <a:cxnSpLocks/>
          </p:cNvCxnSpPr>
          <p:nvPr/>
        </p:nvCxnSpPr>
        <p:spPr>
          <a:xfrm>
            <a:off x="4286973" y="3263392"/>
            <a:ext cx="756116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5EF063A0-7912-43F1-AF7D-E76A06884493}"/>
              </a:ext>
            </a:extLst>
          </p:cNvPr>
          <p:cNvSpPr>
            <a:spLocks noGrp="1"/>
          </p:cNvSpPr>
          <p:nvPr>
            <p:ph type="sldNum" sz="quarter" idx="12"/>
          </p:nvPr>
        </p:nvSpPr>
        <p:spPr/>
        <p:txBody>
          <a:bodyPr/>
          <a:lstStyle/>
          <a:p>
            <a:pPr defTabSz="1245235"/>
            <a:fld id="{ABCBC4E8-88EF-4446-9533-1BB591964EAE}" type="slidenum">
              <a:rPr lang="vi-VN" altLang="vi-VN" sz="2435" smtClean="0">
                <a:solidFill>
                  <a:srgbClr val="FFFFFF"/>
                </a:solidFill>
                <a:latin typeface="Noto Sans"/>
                <a:ea typeface="Noto Sans"/>
              </a:rPr>
              <a:t>19</a:t>
            </a:fld>
            <a:endParaRPr lang="zh-CN" altLang="en-US" sz="2435" dirty="0">
              <a:solidFill>
                <a:srgbClr val="FFFFFF"/>
              </a:solidFill>
            </a:endParaRPr>
          </a:p>
        </p:txBody>
      </p:sp>
      <p:sp>
        <p:nvSpPr>
          <p:cNvPr id="15" name="TextBox 14">
            <a:extLst>
              <a:ext uri="{FF2B5EF4-FFF2-40B4-BE49-F238E27FC236}">
                <a16:creationId xmlns:a16="http://schemas.microsoft.com/office/drawing/2014/main" id="{E16E6A5A-6CEE-4253-8622-BBD26D47D52E}"/>
              </a:ext>
            </a:extLst>
          </p:cNvPr>
          <p:cNvSpPr txBox="1"/>
          <p:nvPr/>
        </p:nvSpPr>
        <p:spPr>
          <a:xfrm>
            <a:off x="9042400" y="6167485"/>
            <a:ext cx="1930400" cy="369332"/>
          </a:xfrm>
          <a:prstGeom prst="rect">
            <a:avLst/>
          </a:prstGeom>
          <a:noFill/>
        </p:spPr>
        <p:txBody>
          <a:bodyPr wrap="square">
            <a:spAutoFit/>
          </a:bodyPr>
          <a:lstStyle/>
          <a:p>
            <a:fld id="{ABCBC4E8-88EF-4446-9533-1BB591964EAE}" type="slidenum">
              <a:rPr lang="vi-VN" altLang="vi-VN" sz="1800" smtClean="0">
                <a:solidFill>
                  <a:schemeClr val="bg1"/>
                </a:solidFill>
                <a:latin typeface="Noto Sans"/>
                <a:ea typeface="Noto Sans"/>
              </a:rPr>
              <a:pPr/>
              <a:t>19</a:t>
            </a:fld>
            <a:endParaRPr lang="en-US" dirty="0"/>
          </a:p>
        </p:txBody>
      </p:sp>
    </p:spTree>
    <p:extLst>
      <p:ext uri="{BB962C8B-B14F-4D97-AF65-F5344CB8AC3E}">
        <p14:creationId xmlns:p14="http://schemas.microsoft.com/office/powerpoint/2010/main" val="2205882816"/>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FFA3A-4942-5366-5DDD-BEB68386A130}"/>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31FF798F-B044-0063-3E40-67951F598A85}"/>
              </a:ext>
            </a:extLst>
          </p:cNvPr>
          <p:cNvSpPr/>
          <p:nvPr/>
        </p:nvSpPr>
        <p:spPr>
          <a:xfrm>
            <a:off x="0" y="1345288"/>
            <a:ext cx="289560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Hỗ trợ</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19177C40-0C1B-D6A7-F7E2-EB17879D37D0}"/>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BEE6311C-5F3D-D8D0-0338-9D9101715E26}"/>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5" name="Rectangle 45">
            <a:extLst>
              <a:ext uri="{FF2B5EF4-FFF2-40B4-BE49-F238E27FC236}">
                <a16:creationId xmlns:a16="http://schemas.microsoft.com/office/drawing/2014/main" id="{ED0057C0-406E-FB64-0C0E-EAF5DCC33867}"/>
              </a:ext>
            </a:extLst>
          </p:cNvPr>
          <p:cNvSpPr/>
          <p:nvPr/>
        </p:nvSpPr>
        <p:spPr bwMode="auto">
          <a:xfrm>
            <a:off x="-1598236" y="318291"/>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HỆ THỐNG</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2" name="文本框 9">
            <a:extLst>
              <a:ext uri="{FF2B5EF4-FFF2-40B4-BE49-F238E27FC236}">
                <a16:creationId xmlns:a16="http://schemas.microsoft.com/office/drawing/2014/main" id="{42A148CD-B0B2-58CA-7CAC-C53EBC307AD8}"/>
              </a:ext>
            </a:extLst>
          </p:cNvPr>
          <p:cNvSpPr txBox="1"/>
          <p:nvPr/>
        </p:nvSpPr>
        <p:spPr>
          <a:xfrm>
            <a:off x="0" y="2098881"/>
            <a:ext cx="2895601" cy="989161"/>
          </a:xfrm>
          <a:prstGeom prst="rect">
            <a:avLst/>
          </a:prstGeom>
          <a:noFill/>
        </p:spPr>
        <p:txBody>
          <a:bodyPr wrap="square" rtlCol="0">
            <a:noAutofit/>
          </a:bodyPr>
          <a:lstStyle/>
          <a:p>
            <a:pPr marL="171450" lvl="0" indent="-171450" algn="just">
              <a:lnSpc>
                <a:spcPct val="16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Gửi yêu cầu hỗ trợ bằng cách nhập thông tin cá nhân và nội dung cần trợ giúp. </a:t>
            </a:r>
          </a:p>
          <a:p>
            <a:pPr marL="171450" lvl="0" indent="-171450" algn="just">
              <a:lnSpc>
                <a:spcPct val="16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Theo dõi tình trạng yêu cầu thông qua mã hỗ trợ và email.</a:t>
            </a:r>
          </a:p>
          <a:p>
            <a:pPr marL="171450" lvl="0" indent="-171450" algn="just">
              <a:lnSpc>
                <a:spcPct val="16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 Xem lại danh sách các yêu cầu đã gửi trước đó để nhận phản hồi từ người quản trị.</a:t>
            </a:r>
            <a:endPar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pic>
        <p:nvPicPr>
          <p:cNvPr id="6" name="Picture 5">
            <a:extLst>
              <a:ext uri="{FF2B5EF4-FFF2-40B4-BE49-F238E27FC236}">
                <a16:creationId xmlns:a16="http://schemas.microsoft.com/office/drawing/2014/main" id="{7AB88B61-3064-4ED3-8DB3-A62B2F51E333}"/>
              </a:ext>
            </a:extLst>
          </p:cNvPr>
          <p:cNvPicPr>
            <a:picLocks noChangeAspect="1"/>
          </p:cNvPicPr>
          <p:nvPr/>
        </p:nvPicPr>
        <p:blipFill>
          <a:blip r:embed="rId3"/>
          <a:stretch>
            <a:fillRect/>
          </a:stretch>
        </p:blipFill>
        <p:spPr>
          <a:xfrm>
            <a:off x="3341429" y="762600"/>
            <a:ext cx="8850571" cy="5684512"/>
          </a:xfrm>
          <a:prstGeom prst="rect">
            <a:avLst/>
          </a:prstGeom>
        </p:spPr>
      </p:pic>
      <p:sp>
        <p:nvSpPr>
          <p:cNvPr id="4" name="Slide Number Placeholder 3">
            <a:extLst>
              <a:ext uri="{FF2B5EF4-FFF2-40B4-BE49-F238E27FC236}">
                <a16:creationId xmlns:a16="http://schemas.microsoft.com/office/drawing/2014/main" id="{3546F52A-9CEF-49B9-B0BB-8033D85E157D}"/>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20</a:t>
            </a:fld>
            <a:endParaRPr lang="zh-CN" altLang="en-US" sz="2435" dirty="0">
              <a:solidFill>
                <a:schemeClr val="bg1"/>
              </a:solidFill>
            </a:endParaRPr>
          </a:p>
        </p:txBody>
      </p:sp>
    </p:spTree>
    <p:extLst>
      <p:ext uri="{BB962C8B-B14F-4D97-AF65-F5344CB8AC3E}">
        <p14:creationId xmlns:p14="http://schemas.microsoft.com/office/powerpoint/2010/main" val="3093667751"/>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20248-8CD9-22E2-2B13-BB8CB188C7FF}"/>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742993D6-550B-1B1C-E4C5-18704D9F5C2A}"/>
              </a:ext>
            </a:extLst>
          </p:cNvPr>
          <p:cNvSpPr/>
          <p:nvPr/>
        </p:nvSpPr>
        <p:spPr>
          <a:xfrm>
            <a:off x="0" y="2142811"/>
            <a:ext cx="2974694" cy="628555"/>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rPr>
              <a:t>Chatbot hỗ trợ khách hàng</a:t>
            </a:r>
            <a:endParaRPr lang="zh-CN" altLang="en-US" sz="2000" b="1" dirty="0">
              <a:solidFill>
                <a:schemeClr val="accent1"/>
              </a:solidFill>
            </a:endParaRPr>
          </a:p>
        </p:txBody>
      </p:sp>
      <p:sp>
        <p:nvSpPr>
          <p:cNvPr id="14" name="矩形 13">
            <a:extLst>
              <a:ext uri="{FF2B5EF4-FFF2-40B4-BE49-F238E27FC236}">
                <a16:creationId xmlns:a16="http://schemas.microsoft.com/office/drawing/2014/main" id="{4C6DEC38-B564-2D59-91EE-64D3C3E83E54}"/>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8D00B7C1-EA73-964F-E98C-6C6DFC5A57C0}"/>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2" name="文本框 9">
            <a:extLst>
              <a:ext uri="{FF2B5EF4-FFF2-40B4-BE49-F238E27FC236}">
                <a16:creationId xmlns:a16="http://schemas.microsoft.com/office/drawing/2014/main" id="{09C44E1B-59AE-CD76-17B9-11C14936491B}"/>
              </a:ext>
            </a:extLst>
          </p:cNvPr>
          <p:cNvSpPr txBox="1"/>
          <p:nvPr/>
        </p:nvSpPr>
        <p:spPr>
          <a:xfrm>
            <a:off x="171450" y="2891311"/>
            <a:ext cx="2687207" cy="2270997"/>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Hỗ trợ tư vấn nhanh, giải đáp thắc mắc</a:t>
            </a:r>
            <a:r>
              <a:rPr lang="en-US"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 </a:t>
            </a: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của khách hàng bằng cách câu trả lờit ự động nhanh chóng.</a:t>
            </a:r>
          </a:p>
        </p:txBody>
      </p:sp>
      <p:sp>
        <p:nvSpPr>
          <p:cNvPr id="18" name="Rectangle 45">
            <a:extLst>
              <a:ext uri="{FF2B5EF4-FFF2-40B4-BE49-F238E27FC236}">
                <a16:creationId xmlns:a16="http://schemas.microsoft.com/office/drawing/2014/main" id="{AC4C2F3F-8DD8-99A8-829D-18208B70796B}"/>
              </a:ext>
            </a:extLst>
          </p:cNvPr>
          <p:cNvSpPr/>
          <p:nvPr/>
        </p:nvSpPr>
        <p:spPr bwMode="auto">
          <a:xfrm>
            <a:off x="-1788736" y="318291"/>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HỆ THỐNG</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5" name="Picture 4">
            <a:extLst>
              <a:ext uri="{FF2B5EF4-FFF2-40B4-BE49-F238E27FC236}">
                <a16:creationId xmlns:a16="http://schemas.microsoft.com/office/drawing/2014/main" id="{A52318B1-F84C-43C9-914E-EFEEF29E1BDF}"/>
              </a:ext>
            </a:extLst>
          </p:cNvPr>
          <p:cNvPicPr>
            <a:picLocks noChangeAspect="1"/>
          </p:cNvPicPr>
          <p:nvPr/>
        </p:nvPicPr>
        <p:blipFill>
          <a:blip r:embed="rId3"/>
          <a:stretch>
            <a:fillRect/>
          </a:stretch>
        </p:blipFill>
        <p:spPr>
          <a:xfrm>
            <a:off x="3751974" y="946846"/>
            <a:ext cx="7417596" cy="5649259"/>
          </a:xfrm>
          <a:prstGeom prst="rect">
            <a:avLst/>
          </a:prstGeom>
        </p:spPr>
      </p:pic>
      <p:sp>
        <p:nvSpPr>
          <p:cNvPr id="16" name="文本框 9">
            <a:extLst>
              <a:ext uri="{FF2B5EF4-FFF2-40B4-BE49-F238E27FC236}">
                <a16:creationId xmlns:a16="http://schemas.microsoft.com/office/drawing/2014/main" id="{E947B9BB-6BC3-4C26-8713-4AFB93C095BD}"/>
              </a:ext>
            </a:extLst>
          </p:cNvPr>
          <p:cNvSpPr txBox="1"/>
          <p:nvPr/>
        </p:nvSpPr>
        <p:spPr>
          <a:xfrm>
            <a:off x="296060" y="5580924"/>
            <a:ext cx="2394783" cy="681436"/>
          </a:xfrm>
          <a:prstGeom prst="rect">
            <a:avLst/>
          </a:prstGeom>
          <a:noFill/>
        </p:spPr>
        <p:txBody>
          <a:bodyPr wrap="square" rtlCol="0">
            <a:noAutofit/>
          </a:bodyPr>
          <a:lstStyle/>
          <a:p>
            <a:pPr lvl="0" algn="just">
              <a:lnSpc>
                <a:spcPct val="160000"/>
              </a:lnSpc>
              <a:defRPr/>
            </a:pPr>
            <a:endPar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sp>
        <p:nvSpPr>
          <p:cNvPr id="4" name="Slide Number Placeholder 3">
            <a:extLst>
              <a:ext uri="{FF2B5EF4-FFF2-40B4-BE49-F238E27FC236}">
                <a16:creationId xmlns:a16="http://schemas.microsoft.com/office/drawing/2014/main" id="{83CA7D3D-1554-47BA-9CDA-DEC7520A84F6}"/>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21</a:t>
            </a:fld>
            <a:endParaRPr lang="zh-CN" altLang="en-US" sz="2435" dirty="0">
              <a:solidFill>
                <a:schemeClr val="bg1"/>
              </a:solidFill>
            </a:endParaRPr>
          </a:p>
        </p:txBody>
      </p:sp>
    </p:spTree>
    <p:extLst>
      <p:ext uri="{BB962C8B-B14F-4D97-AF65-F5344CB8AC3E}">
        <p14:creationId xmlns:p14="http://schemas.microsoft.com/office/powerpoint/2010/main" val="1619404088"/>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37"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outVertical)">
                                      <p:cBhvr>
                                        <p:cTn id="12" dur="500"/>
                                        <p:tgtEl>
                                          <p:spTgt spid="18"/>
                                        </p:tgtEl>
                                      </p:cBhvr>
                                    </p:animEffect>
                                  </p:childTnLst>
                                </p:cTn>
                              </p:par>
                              <p:par>
                                <p:cTn id="13" presetID="42" presetClass="entr" presetSubtype="0" fill="hold" grpId="0" nodeType="withEffect" nodePh="1">
                                  <p:stCondLst>
                                    <p:cond delay="0"/>
                                  </p:stCondLst>
                                  <p:endCondLst>
                                    <p:cond evt="begin" delay="0">
                                      <p:tn val="13"/>
                                    </p:cond>
                                  </p:endCondLst>
                                  <p:childTnLst>
                                    <p:set>
                                      <p:cBhvr>
                                        <p:cTn id="14" dur="1" fill="hold">
                                          <p:stCondLst>
                                            <p:cond delay="0"/>
                                          </p:stCondLst>
                                        </p:cTn>
                                        <p:tgtEl>
                                          <p:spTgt spid="16"/>
                                        </p:tgtEl>
                                        <p:attrNameLst>
                                          <p:attrName>style.visibility</p:attrName>
                                        </p:attrNameLst>
                                      </p:cBhvr>
                                      <p:to>
                                        <p:strVal val="visible"/>
                                      </p:to>
                                    </p:set>
                                    <p:animEffect transition="in" filter="fade">
                                      <p:cBhvr>
                                        <p:cTn id="15" dur="1000"/>
                                        <p:tgtEl>
                                          <p:spTgt spid="16"/>
                                        </p:tgtEl>
                                      </p:cBhvr>
                                    </p:animEffect>
                                    <p:anim calcmode="lin" valueType="num">
                                      <p:cBhvr>
                                        <p:cTn id="16" dur="1000" fill="hold"/>
                                        <p:tgtEl>
                                          <p:spTgt spid="16"/>
                                        </p:tgtEl>
                                        <p:attrNameLst>
                                          <p:attrName>ppt_x</p:attrName>
                                        </p:attrNameLst>
                                      </p:cBhvr>
                                      <p:tavLst>
                                        <p:tav tm="0">
                                          <p:val>
                                            <p:strVal val="#ppt_x"/>
                                          </p:val>
                                        </p:tav>
                                        <p:tav tm="100000">
                                          <p:val>
                                            <p:strVal val="#ppt_x"/>
                                          </p:val>
                                        </p:tav>
                                      </p:tavLst>
                                    </p:anim>
                                    <p:anim calcmode="lin" valueType="num">
                                      <p:cBhvr>
                                        <p:cTn id="1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1A9E-D055-E59E-E105-0F63E97E7A98}"/>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A2F451BE-0812-A5BA-3EA7-F59EB999CDF7}"/>
              </a:ext>
            </a:extLst>
          </p:cNvPr>
          <p:cNvSpPr/>
          <p:nvPr/>
        </p:nvSpPr>
        <p:spPr>
          <a:xfrm>
            <a:off x="0" y="1345288"/>
            <a:ext cx="311359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Trang chủ quản lý</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B680138E-0110-B727-5E34-55508A023F12}"/>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9CF1A890-451F-FBA0-BB0D-C3A4126F23D3}"/>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2" name="文本框 9">
            <a:extLst>
              <a:ext uri="{FF2B5EF4-FFF2-40B4-BE49-F238E27FC236}">
                <a16:creationId xmlns:a16="http://schemas.microsoft.com/office/drawing/2014/main" id="{CC27C0D0-7687-1B0B-81E2-F33B2D90CF42}"/>
              </a:ext>
            </a:extLst>
          </p:cNvPr>
          <p:cNvSpPr txBox="1"/>
          <p:nvPr/>
        </p:nvSpPr>
        <p:spPr>
          <a:xfrm>
            <a:off x="171450" y="2000597"/>
            <a:ext cx="2942140" cy="614337"/>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Hiển thị lời chào admin và tổng quan các chức năng quản trị.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Truy cập nhanh đến các mục: sản phẩm, đơn hàng, kho – nhà cung cấp, người dùng, marketing, hỗ trợ khách hàng và thống kê.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Hỗ trợ bắt đầu quản lý chỉ với một thao tác.</a:t>
            </a:r>
            <a:endPar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sp>
        <p:nvSpPr>
          <p:cNvPr id="18" name="Rectangle 45">
            <a:extLst>
              <a:ext uri="{FF2B5EF4-FFF2-40B4-BE49-F238E27FC236}">
                <a16:creationId xmlns:a16="http://schemas.microsoft.com/office/drawing/2014/main" id="{55CC6565-B63B-16C4-39DE-6EEDC371CA28}"/>
              </a:ext>
            </a:extLst>
          </p:cNvPr>
          <p:cNvSpPr/>
          <p:nvPr/>
        </p:nvSpPr>
        <p:spPr bwMode="auto">
          <a:xfrm>
            <a:off x="-1617286" y="348320"/>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QUẢN LÝ</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6" name="Picture 5">
            <a:extLst>
              <a:ext uri="{FF2B5EF4-FFF2-40B4-BE49-F238E27FC236}">
                <a16:creationId xmlns:a16="http://schemas.microsoft.com/office/drawing/2014/main" id="{CD6A9243-40AC-4170-94B4-7FEB37037035}"/>
              </a:ext>
            </a:extLst>
          </p:cNvPr>
          <p:cNvPicPr>
            <a:picLocks noChangeAspect="1"/>
          </p:cNvPicPr>
          <p:nvPr/>
        </p:nvPicPr>
        <p:blipFill rotWithShape="1">
          <a:blip r:embed="rId3"/>
          <a:srcRect r="16700"/>
          <a:stretch/>
        </p:blipFill>
        <p:spPr>
          <a:xfrm>
            <a:off x="3513746" y="1345288"/>
            <a:ext cx="8214703" cy="4023987"/>
          </a:xfrm>
          <a:prstGeom prst="rect">
            <a:avLst/>
          </a:prstGeom>
        </p:spPr>
      </p:pic>
      <p:sp>
        <p:nvSpPr>
          <p:cNvPr id="4" name="Slide Number Placeholder 3">
            <a:extLst>
              <a:ext uri="{FF2B5EF4-FFF2-40B4-BE49-F238E27FC236}">
                <a16:creationId xmlns:a16="http://schemas.microsoft.com/office/drawing/2014/main" id="{FFC3841D-CC16-463E-B4BE-9E9FB1055513}"/>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22</a:t>
            </a:fld>
            <a:endParaRPr lang="zh-CN" altLang="en-US" sz="2435" dirty="0">
              <a:solidFill>
                <a:schemeClr val="bg1"/>
              </a:solidFill>
            </a:endParaRPr>
          </a:p>
        </p:txBody>
      </p:sp>
    </p:spTree>
    <p:extLst>
      <p:ext uri="{BB962C8B-B14F-4D97-AF65-F5344CB8AC3E}">
        <p14:creationId xmlns:p14="http://schemas.microsoft.com/office/powerpoint/2010/main" val="89536870"/>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37"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outVertic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1A9E-D055-E59E-E105-0F63E97E7A98}"/>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A2F451BE-0812-A5BA-3EA7-F59EB999CDF7}"/>
              </a:ext>
            </a:extLst>
          </p:cNvPr>
          <p:cNvSpPr/>
          <p:nvPr/>
        </p:nvSpPr>
        <p:spPr>
          <a:xfrm>
            <a:off x="0" y="1345288"/>
            <a:ext cx="311359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Quản lý sản phẩm</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B680138E-0110-B727-5E34-55508A023F12}"/>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9CF1A890-451F-FBA0-BB0D-C3A4126F23D3}"/>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2" name="文本框 9">
            <a:extLst>
              <a:ext uri="{FF2B5EF4-FFF2-40B4-BE49-F238E27FC236}">
                <a16:creationId xmlns:a16="http://schemas.microsoft.com/office/drawing/2014/main" id="{CC27C0D0-7687-1B0B-81E2-F33B2D90CF42}"/>
              </a:ext>
            </a:extLst>
          </p:cNvPr>
          <p:cNvSpPr txBox="1"/>
          <p:nvPr/>
        </p:nvSpPr>
        <p:spPr>
          <a:xfrm>
            <a:off x="85724" y="1945752"/>
            <a:ext cx="3027865" cy="614337"/>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Hiển thị danh sách sản phẩm kèm hình ảnh, giá, số lượng và danh mục.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Hỗ trợ tìm kiếm sản phẩm theo từ khóa.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Cho phép thêm mới, chỉnh sửa và xóa sản phẩm.</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 Quản lý trạng thái hiển thị và trang chủ của sản phẩm. </a:t>
            </a:r>
            <a:endPar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sp>
        <p:nvSpPr>
          <p:cNvPr id="18" name="Rectangle 45">
            <a:extLst>
              <a:ext uri="{FF2B5EF4-FFF2-40B4-BE49-F238E27FC236}">
                <a16:creationId xmlns:a16="http://schemas.microsoft.com/office/drawing/2014/main" id="{55CC6565-B63B-16C4-39DE-6EEDC371CA28}"/>
              </a:ext>
            </a:extLst>
          </p:cNvPr>
          <p:cNvSpPr/>
          <p:nvPr/>
        </p:nvSpPr>
        <p:spPr bwMode="auto">
          <a:xfrm>
            <a:off x="-1617286" y="348320"/>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QUẢN LÝ</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8" name="Picture 7">
            <a:extLst>
              <a:ext uri="{FF2B5EF4-FFF2-40B4-BE49-F238E27FC236}">
                <a16:creationId xmlns:a16="http://schemas.microsoft.com/office/drawing/2014/main" id="{6EF663A2-2C38-4565-8182-AA3FAD708EBE}"/>
              </a:ext>
            </a:extLst>
          </p:cNvPr>
          <p:cNvPicPr>
            <a:picLocks noChangeAspect="1"/>
          </p:cNvPicPr>
          <p:nvPr/>
        </p:nvPicPr>
        <p:blipFill>
          <a:blip r:embed="rId3"/>
          <a:stretch>
            <a:fillRect/>
          </a:stretch>
        </p:blipFill>
        <p:spPr>
          <a:xfrm>
            <a:off x="3297181" y="976875"/>
            <a:ext cx="8686426" cy="5088259"/>
          </a:xfrm>
          <a:prstGeom prst="rect">
            <a:avLst/>
          </a:prstGeom>
        </p:spPr>
      </p:pic>
      <p:sp>
        <p:nvSpPr>
          <p:cNvPr id="4" name="Slide Number Placeholder 3">
            <a:extLst>
              <a:ext uri="{FF2B5EF4-FFF2-40B4-BE49-F238E27FC236}">
                <a16:creationId xmlns:a16="http://schemas.microsoft.com/office/drawing/2014/main" id="{4C481617-ADDA-4EC2-A1ED-8D2077973064}"/>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23</a:t>
            </a:fld>
            <a:endParaRPr lang="zh-CN" altLang="en-US" sz="2435" dirty="0">
              <a:solidFill>
                <a:schemeClr val="bg1"/>
              </a:solidFill>
            </a:endParaRPr>
          </a:p>
        </p:txBody>
      </p:sp>
    </p:spTree>
    <p:extLst>
      <p:ext uri="{BB962C8B-B14F-4D97-AF65-F5344CB8AC3E}">
        <p14:creationId xmlns:p14="http://schemas.microsoft.com/office/powerpoint/2010/main" val="764039742"/>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37"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outVertic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1A9E-D055-E59E-E105-0F63E97E7A98}"/>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A2F451BE-0812-A5BA-3EA7-F59EB999CDF7}"/>
              </a:ext>
            </a:extLst>
          </p:cNvPr>
          <p:cNvSpPr/>
          <p:nvPr/>
        </p:nvSpPr>
        <p:spPr>
          <a:xfrm>
            <a:off x="0" y="1345288"/>
            <a:ext cx="328721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Quản lý đơn hàng</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B680138E-0110-B727-5E34-55508A023F12}"/>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9CF1A890-451F-FBA0-BB0D-C3A4126F23D3}"/>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2" name="文本框 9">
            <a:extLst>
              <a:ext uri="{FF2B5EF4-FFF2-40B4-BE49-F238E27FC236}">
                <a16:creationId xmlns:a16="http://schemas.microsoft.com/office/drawing/2014/main" id="{CC27C0D0-7687-1B0B-81E2-F33B2D90CF42}"/>
              </a:ext>
            </a:extLst>
          </p:cNvPr>
          <p:cNvSpPr txBox="1"/>
          <p:nvPr/>
        </p:nvSpPr>
        <p:spPr>
          <a:xfrm>
            <a:off x="85724" y="1945752"/>
            <a:ext cx="3201486" cy="614337"/>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Hiển thị danh sách đơn hàng với mã đơn, khách hàng, phương thức thanh toán và trạng thái.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Hỗ trợ lọc đơn theo ngày và trạng thái.</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 Cho phép xem chi tiết, cập nhật và xóa đơn hàng.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Theo dõi ngày tạo và tình trạng xử lý từng đơn.</a:t>
            </a:r>
            <a:endPar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sp>
        <p:nvSpPr>
          <p:cNvPr id="18" name="Rectangle 45">
            <a:extLst>
              <a:ext uri="{FF2B5EF4-FFF2-40B4-BE49-F238E27FC236}">
                <a16:creationId xmlns:a16="http://schemas.microsoft.com/office/drawing/2014/main" id="{55CC6565-B63B-16C4-39DE-6EEDC371CA28}"/>
              </a:ext>
            </a:extLst>
          </p:cNvPr>
          <p:cNvSpPr/>
          <p:nvPr/>
        </p:nvSpPr>
        <p:spPr bwMode="auto">
          <a:xfrm>
            <a:off x="-1617286" y="348320"/>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QUẢN LÝ</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5" name="Picture 4">
            <a:extLst>
              <a:ext uri="{FF2B5EF4-FFF2-40B4-BE49-F238E27FC236}">
                <a16:creationId xmlns:a16="http://schemas.microsoft.com/office/drawing/2014/main" id="{D66251C2-C4CE-412E-BBD6-E342F4675589}"/>
              </a:ext>
            </a:extLst>
          </p:cNvPr>
          <p:cNvPicPr>
            <a:picLocks noChangeAspect="1"/>
          </p:cNvPicPr>
          <p:nvPr/>
        </p:nvPicPr>
        <p:blipFill>
          <a:blip r:embed="rId3"/>
          <a:stretch>
            <a:fillRect/>
          </a:stretch>
        </p:blipFill>
        <p:spPr>
          <a:xfrm>
            <a:off x="3611300" y="890658"/>
            <a:ext cx="8437945" cy="5076684"/>
          </a:xfrm>
          <a:prstGeom prst="rect">
            <a:avLst/>
          </a:prstGeom>
        </p:spPr>
      </p:pic>
      <p:sp>
        <p:nvSpPr>
          <p:cNvPr id="4" name="Slide Number Placeholder 3">
            <a:extLst>
              <a:ext uri="{FF2B5EF4-FFF2-40B4-BE49-F238E27FC236}">
                <a16:creationId xmlns:a16="http://schemas.microsoft.com/office/drawing/2014/main" id="{882FED2E-E73E-4F76-8E08-B2C25B53CAE5}"/>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24</a:t>
            </a:fld>
            <a:endParaRPr lang="zh-CN" altLang="en-US" sz="2435" dirty="0">
              <a:solidFill>
                <a:schemeClr val="bg1"/>
              </a:solidFill>
            </a:endParaRPr>
          </a:p>
        </p:txBody>
      </p:sp>
    </p:spTree>
    <p:extLst>
      <p:ext uri="{BB962C8B-B14F-4D97-AF65-F5344CB8AC3E}">
        <p14:creationId xmlns:p14="http://schemas.microsoft.com/office/powerpoint/2010/main" val="115917292"/>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37"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outVertic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1A9E-D055-E59E-E105-0F63E97E7A98}"/>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A2F451BE-0812-A5BA-3EA7-F59EB999CDF7}"/>
              </a:ext>
            </a:extLst>
          </p:cNvPr>
          <p:cNvSpPr/>
          <p:nvPr/>
        </p:nvSpPr>
        <p:spPr>
          <a:xfrm>
            <a:off x="0" y="1345288"/>
            <a:ext cx="328721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Quản lý tài khoản</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B680138E-0110-B727-5E34-55508A023F12}"/>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9CF1A890-451F-FBA0-BB0D-C3A4126F23D3}"/>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2" name="文本框 9">
            <a:extLst>
              <a:ext uri="{FF2B5EF4-FFF2-40B4-BE49-F238E27FC236}">
                <a16:creationId xmlns:a16="http://schemas.microsoft.com/office/drawing/2014/main" id="{CC27C0D0-7687-1B0B-81E2-F33B2D90CF42}"/>
              </a:ext>
            </a:extLst>
          </p:cNvPr>
          <p:cNvSpPr txBox="1"/>
          <p:nvPr/>
        </p:nvSpPr>
        <p:spPr>
          <a:xfrm>
            <a:off x="85725" y="1988213"/>
            <a:ext cx="3016291" cy="614337"/>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Hiển thị danh sách tài khoản kèm tên, email và quyền truy cập.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Hỗ trợ thêm mới, chỉnh sửa và xóa tài khoản.</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 Quản lý phân quyền (Admin, Customer) cho từng người dùng.</a:t>
            </a:r>
            <a:endPar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sp>
        <p:nvSpPr>
          <p:cNvPr id="18" name="Rectangle 45">
            <a:extLst>
              <a:ext uri="{FF2B5EF4-FFF2-40B4-BE49-F238E27FC236}">
                <a16:creationId xmlns:a16="http://schemas.microsoft.com/office/drawing/2014/main" id="{55CC6565-B63B-16C4-39DE-6EEDC371CA28}"/>
              </a:ext>
            </a:extLst>
          </p:cNvPr>
          <p:cNvSpPr/>
          <p:nvPr/>
        </p:nvSpPr>
        <p:spPr bwMode="auto">
          <a:xfrm>
            <a:off x="-1617286" y="348320"/>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QUẢN LÝ</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8" name="Picture 7">
            <a:extLst>
              <a:ext uri="{FF2B5EF4-FFF2-40B4-BE49-F238E27FC236}">
                <a16:creationId xmlns:a16="http://schemas.microsoft.com/office/drawing/2014/main" id="{610E7CDA-BF02-47BD-823F-4C68D4306EC0}"/>
              </a:ext>
            </a:extLst>
          </p:cNvPr>
          <p:cNvPicPr>
            <a:picLocks noChangeAspect="1"/>
          </p:cNvPicPr>
          <p:nvPr/>
        </p:nvPicPr>
        <p:blipFill>
          <a:blip r:embed="rId3"/>
          <a:stretch>
            <a:fillRect/>
          </a:stretch>
        </p:blipFill>
        <p:spPr>
          <a:xfrm>
            <a:off x="3495603" y="1172795"/>
            <a:ext cx="8488003" cy="4788166"/>
          </a:xfrm>
          <a:prstGeom prst="rect">
            <a:avLst/>
          </a:prstGeom>
        </p:spPr>
      </p:pic>
      <p:sp>
        <p:nvSpPr>
          <p:cNvPr id="4" name="Slide Number Placeholder 3">
            <a:extLst>
              <a:ext uri="{FF2B5EF4-FFF2-40B4-BE49-F238E27FC236}">
                <a16:creationId xmlns:a16="http://schemas.microsoft.com/office/drawing/2014/main" id="{CB82C4BF-19BA-4088-8966-F4DF52A62764}"/>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25</a:t>
            </a:fld>
            <a:endParaRPr lang="zh-CN" altLang="en-US" sz="2435" dirty="0">
              <a:solidFill>
                <a:schemeClr val="bg1"/>
              </a:solidFill>
            </a:endParaRPr>
          </a:p>
        </p:txBody>
      </p:sp>
    </p:spTree>
    <p:extLst>
      <p:ext uri="{BB962C8B-B14F-4D97-AF65-F5344CB8AC3E}">
        <p14:creationId xmlns:p14="http://schemas.microsoft.com/office/powerpoint/2010/main" val="4248672112"/>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37"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outVertic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1A9E-D055-E59E-E105-0F63E97E7A98}"/>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A2F451BE-0812-A5BA-3EA7-F59EB999CDF7}"/>
              </a:ext>
            </a:extLst>
          </p:cNvPr>
          <p:cNvSpPr/>
          <p:nvPr/>
        </p:nvSpPr>
        <p:spPr>
          <a:xfrm>
            <a:off x="0" y="1345288"/>
            <a:ext cx="3287210" cy="538357"/>
          </a:xfrm>
          <a:prstGeom prst="rect">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ltLang="zh-CN" sz="2000" b="1" dirty="0">
                <a:solidFill>
                  <a:schemeClr val="accent1"/>
                </a:solidFill>
                <a:latin typeface="Noto Sans" panose="020B0502040504020204" pitchFamily="34" charset="0"/>
                <a:cs typeface="Noto Sans" panose="020B0502040504020204" pitchFamily="34" charset="0"/>
              </a:rPr>
              <a:t>Thống kê doanh thu</a:t>
            </a:r>
            <a:endParaRPr lang="zh-CN" altLang="en-US" sz="2000" b="1" dirty="0">
              <a:solidFill>
                <a:schemeClr val="accent1"/>
              </a:solidFill>
              <a:latin typeface="Noto Sans" panose="020B0502040504020204" pitchFamily="34" charset="0"/>
              <a:cs typeface="Noto Sans" panose="020B0502040504020204" pitchFamily="34" charset="0"/>
            </a:endParaRPr>
          </a:p>
        </p:txBody>
      </p:sp>
      <p:sp>
        <p:nvSpPr>
          <p:cNvPr id="14" name="矩形 13">
            <a:extLst>
              <a:ext uri="{FF2B5EF4-FFF2-40B4-BE49-F238E27FC236}">
                <a16:creationId xmlns:a16="http://schemas.microsoft.com/office/drawing/2014/main" id="{B680138E-0110-B727-5E34-55508A023F12}"/>
              </a:ext>
            </a:extLst>
          </p:cNvPr>
          <p:cNvSpPr/>
          <p:nvPr/>
        </p:nvSpPr>
        <p:spPr>
          <a:xfrm>
            <a:off x="0" y="15240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ectangle 36">
            <a:extLst>
              <a:ext uri="{FF2B5EF4-FFF2-40B4-BE49-F238E27FC236}">
                <a16:creationId xmlns:a16="http://schemas.microsoft.com/office/drawing/2014/main" id="{9CF1A890-451F-FBA0-BB0D-C3A4126F23D3}"/>
              </a:ext>
            </a:extLst>
          </p:cNvPr>
          <p:cNvSpPr/>
          <p:nvPr/>
        </p:nvSpPr>
        <p:spPr bwMode="auto">
          <a:xfrm>
            <a:off x="208393" y="1407395"/>
            <a:ext cx="2478434" cy="30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r" defTabSz="967740" fontAlgn="base">
              <a:lnSpc>
                <a:spcPct val="80000"/>
              </a:lnSpc>
              <a:spcBef>
                <a:spcPct val="0"/>
              </a:spcBef>
              <a:spcAft>
                <a:spcPct val="0"/>
              </a:spcAft>
            </a:pPr>
            <a:endParaRPr lang="en-US" b="1" dirty="0">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2" name="文本框 9">
            <a:extLst>
              <a:ext uri="{FF2B5EF4-FFF2-40B4-BE49-F238E27FC236}">
                <a16:creationId xmlns:a16="http://schemas.microsoft.com/office/drawing/2014/main" id="{CC27C0D0-7687-1B0B-81E2-F33B2D90CF42}"/>
              </a:ext>
            </a:extLst>
          </p:cNvPr>
          <p:cNvSpPr txBox="1"/>
          <p:nvPr/>
        </p:nvSpPr>
        <p:spPr>
          <a:xfrm>
            <a:off x="85725" y="1988213"/>
            <a:ext cx="3016291" cy="614337"/>
          </a:xfrm>
          <a:prstGeom prst="rect">
            <a:avLst/>
          </a:prstGeom>
          <a:noFill/>
        </p:spPr>
        <p:txBody>
          <a:bodyPr wrap="square" rtlCol="0">
            <a:noAutofit/>
          </a:bodyPr>
          <a:lstStyle/>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Cho phép lọc doanh thu theo ngày, tuần, tháng, năm. Hiển thị biểu đồ trực quan so sánh doanh thu và lợi nhuận.</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 Cung cấp bảng chi tiết theo từng ngày: doanh thu – lợi nhuận. </a:t>
            </a:r>
          </a:p>
          <a:p>
            <a:pPr marL="171450" lvl="0" indent="-171450" algn="just">
              <a:lnSpc>
                <a:spcPct val="150000"/>
              </a:lnSpc>
              <a:buFont typeface="Arial" panose="020B0604020202020204" pitchFamily="34" charset="0"/>
              <a:buChar char="•"/>
              <a:defRPr/>
            </a:pPr>
            <a:r>
              <a:rPr lang="vi-VN" altLang="vi-VN" sz="1400" b="1"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Hỗ trợ quản trị viên nắm bắt nhanh tình hình kinh doanh và đưa ra quyết định.</a:t>
            </a:r>
            <a:endPar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endParaRPr>
          </a:p>
        </p:txBody>
      </p:sp>
      <p:sp>
        <p:nvSpPr>
          <p:cNvPr id="18" name="Rectangle 45">
            <a:extLst>
              <a:ext uri="{FF2B5EF4-FFF2-40B4-BE49-F238E27FC236}">
                <a16:creationId xmlns:a16="http://schemas.microsoft.com/office/drawing/2014/main" id="{55CC6565-B63B-16C4-39DE-6EEDC371CA28}"/>
              </a:ext>
            </a:extLst>
          </p:cNvPr>
          <p:cNvSpPr/>
          <p:nvPr/>
        </p:nvSpPr>
        <p:spPr bwMode="auto">
          <a:xfrm>
            <a:off x="-1617286" y="348320"/>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GIAO DIỆN QUẢN LÝ</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5" name="Picture 4">
            <a:extLst>
              <a:ext uri="{FF2B5EF4-FFF2-40B4-BE49-F238E27FC236}">
                <a16:creationId xmlns:a16="http://schemas.microsoft.com/office/drawing/2014/main" id="{80F8D051-543F-422C-AF2C-C56B28B3124B}"/>
              </a:ext>
            </a:extLst>
          </p:cNvPr>
          <p:cNvPicPr>
            <a:picLocks noChangeAspect="1"/>
          </p:cNvPicPr>
          <p:nvPr/>
        </p:nvPicPr>
        <p:blipFill>
          <a:blip r:embed="rId3"/>
          <a:stretch>
            <a:fillRect/>
          </a:stretch>
        </p:blipFill>
        <p:spPr>
          <a:xfrm>
            <a:off x="3611818" y="976875"/>
            <a:ext cx="8330907" cy="4965567"/>
          </a:xfrm>
          <a:prstGeom prst="rect">
            <a:avLst/>
          </a:prstGeom>
        </p:spPr>
      </p:pic>
      <p:sp>
        <p:nvSpPr>
          <p:cNvPr id="6" name="Slide Number Placeholder 5">
            <a:extLst>
              <a:ext uri="{FF2B5EF4-FFF2-40B4-BE49-F238E27FC236}">
                <a16:creationId xmlns:a16="http://schemas.microsoft.com/office/drawing/2014/main" id="{9C3CF24B-7C9A-4BAB-8AA5-ECCAFCF626D4}"/>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26</a:t>
            </a:fld>
            <a:endParaRPr lang="zh-CN" altLang="en-US" sz="2435" dirty="0">
              <a:solidFill>
                <a:schemeClr val="bg1"/>
              </a:solidFill>
            </a:endParaRPr>
          </a:p>
        </p:txBody>
      </p:sp>
    </p:spTree>
    <p:extLst>
      <p:ext uri="{BB962C8B-B14F-4D97-AF65-F5344CB8AC3E}">
        <p14:creationId xmlns:p14="http://schemas.microsoft.com/office/powerpoint/2010/main" val="1868748149"/>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37"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outVertic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9784" y="2517413"/>
            <a:ext cx="487680" cy="1956547"/>
          </a:xfrm>
          <a:prstGeom prst="rect">
            <a:avLst/>
          </a:prstGeom>
          <a:noFill/>
        </p:spPr>
        <p:txBody>
          <a:bodyPr vert="vert" wrap="square" rtlCol="0">
            <a:normAutofit/>
          </a:bodyPr>
          <a:lstStyle/>
          <a:p>
            <a:pPr algn="dist"/>
            <a:r>
              <a:rPr lang="vi-VN" altLang="vi-VN" sz="2000" b="1">
                <a:latin typeface="Noto Sans"/>
                <a:ea typeface="Noto Sans"/>
              </a:rPr>
              <a:t>VIỆC KINH</a:t>
            </a:r>
            <a:endParaRPr lang="zh-CN" altLang="en-US" sz="2000" b="1"/>
          </a:p>
        </p:txBody>
      </p:sp>
      <p:sp>
        <p:nvSpPr>
          <p:cNvPr id="7" name="文本框 6"/>
          <p:cNvSpPr txBox="1"/>
          <p:nvPr/>
        </p:nvSpPr>
        <p:spPr>
          <a:xfrm>
            <a:off x="1246392" y="1951316"/>
            <a:ext cx="4342939" cy="822960"/>
          </a:xfrm>
          <a:prstGeom prst="rect">
            <a:avLst/>
          </a:prstGeom>
          <a:noFill/>
        </p:spPr>
        <p:txBody>
          <a:bodyPr wrap="square" rtlCol="0">
            <a:normAutofit/>
          </a:bodyPr>
          <a:lstStyle/>
          <a:p>
            <a:r>
              <a:rPr lang="vi-VN" altLang="vi-VN" sz="4800" b="1">
                <a:solidFill>
                  <a:srgbClr val="4F81BD"/>
                </a:solidFill>
                <a:latin typeface="Noto Sans"/>
                <a:ea typeface="Noto Sans"/>
              </a:rPr>
              <a:t>PHẦN BỐN</a:t>
            </a:r>
            <a:endParaRPr lang="zh-CN" altLang="en-US" sz="4800" b="1">
              <a:solidFill>
                <a:srgbClr val="4F81BD"/>
              </a:solidFill>
            </a:endParaRPr>
          </a:p>
        </p:txBody>
      </p:sp>
      <p:sp>
        <p:nvSpPr>
          <p:cNvPr id="21" name="等腰三角形 12"/>
          <p:cNvSpPr/>
          <p:nvPr/>
        </p:nvSpPr>
        <p:spPr>
          <a:xfrm rot="19800000">
            <a:off x="11079596" y="2146838"/>
            <a:ext cx="986856" cy="766613"/>
          </a:xfrm>
          <a:custGeom>
            <a:avLst/>
            <a:gdLst>
              <a:gd name="connsiteX0" fmla="*/ 0 w 986856"/>
              <a:gd name="connsiteY0" fmla="*/ 721831 h 721831"/>
              <a:gd name="connsiteX1" fmla="*/ 493428 w 986856"/>
              <a:gd name="connsiteY1" fmla="*/ 0 h 721831"/>
              <a:gd name="connsiteX2" fmla="*/ 986856 w 986856"/>
              <a:gd name="connsiteY2" fmla="*/ 721831 h 721831"/>
              <a:gd name="connsiteX3" fmla="*/ 0 w 986856"/>
              <a:gd name="connsiteY3" fmla="*/ 721831 h 721831"/>
              <a:gd name="connsiteX0-1" fmla="*/ 0 w 986856"/>
              <a:gd name="connsiteY0-2" fmla="*/ 766613 h 766613"/>
              <a:gd name="connsiteX1-3" fmla="*/ 550336 w 986856"/>
              <a:gd name="connsiteY1-4" fmla="*/ 0 h 766613"/>
              <a:gd name="connsiteX2-5" fmla="*/ 986856 w 986856"/>
              <a:gd name="connsiteY2-6" fmla="*/ 766613 h 766613"/>
              <a:gd name="connsiteX3-7" fmla="*/ 0 w 986856"/>
              <a:gd name="connsiteY3-8" fmla="*/ 766613 h 766613"/>
            </a:gdLst>
            <a:ahLst/>
            <a:cxnLst>
              <a:cxn ang="0">
                <a:pos x="connsiteX0-1" y="connsiteY0-2"/>
              </a:cxn>
              <a:cxn ang="0">
                <a:pos x="connsiteX1-3" y="connsiteY1-4"/>
              </a:cxn>
              <a:cxn ang="0">
                <a:pos x="connsiteX2-5" y="connsiteY2-6"/>
              </a:cxn>
              <a:cxn ang="0">
                <a:pos x="connsiteX3-7" y="connsiteY3-8"/>
              </a:cxn>
            </a:cxnLst>
            <a:rect l="l" t="t" r="r" b="b"/>
            <a:pathLst>
              <a:path w="986856" h="766613">
                <a:moveTo>
                  <a:pt x="0" y="766613"/>
                </a:moveTo>
                <a:lnTo>
                  <a:pt x="550336" y="0"/>
                </a:lnTo>
                <a:lnTo>
                  <a:pt x="986856" y="766613"/>
                </a:lnTo>
                <a:lnTo>
                  <a:pt x="0" y="766613"/>
                </a:lnTo>
                <a:close/>
              </a:path>
            </a:pathLst>
          </a:custGeom>
          <a:solidFill>
            <a:srgbClr val="4F81B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16200000">
            <a:off x="10320263" y="2763636"/>
            <a:ext cx="2010385" cy="1733090"/>
          </a:xfrm>
          <a:prstGeom prst="triangle">
            <a:avLst/>
          </a:prstGeom>
          <a:solidFill>
            <a:srgbClr val="0070C0"/>
          </a:solidFill>
          <a:ln>
            <a:noFill/>
          </a:ln>
          <a:effectLst>
            <a:outerShdw blurRad="50800" dist="38100" dir="8100000" sx="104000" sy="104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nvSpPr>
        <p:spPr>
          <a:xfrm rot="8681015">
            <a:off x="10487418" y="3494999"/>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rot="16200000">
            <a:off x="10462329" y="1382549"/>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nvSpPr>
        <p:spPr>
          <a:xfrm rot="5400000">
            <a:off x="11046828" y="1431399"/>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rot="18903724">
            <a:off x="7302033" y="4605404"/>
            <a:ext cx="4185063" cy="4759609"/>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18903724">
            <a:off x="-1883873" y="-1202524"/>
            <a:ext cx="4185063" cy="252465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6"/>
          <p:cNvSpPr>
            <a:spLocks noEditPoints="1"/>
          </p:cNvSpPr>
          <p:nvPr/>
        </p:nvSpPr>
        <p:spPr bwMode="auto">
          <a:xfrm>
            <a:off x="4948555" y="1809115"/>
            <a:ext cx="1124585" cy="919480"/>
          </a:xfrm>
          <a:custGeom>
            <a:avLst/>
            <a:gdLst>
              <a:gd name="T0" fmla="*/ 725 w 1364"/>
              <a:gd name="T1" fmla="*/ 847 h 1123"/>
              <a:gd name="T2" fmla="*/ 51 w 1364"/>
              <a:gd name="T3" fmla="*/ 757 h 1123"/>
              <a:gd name="T4" fmla="*/ 1159 w 1364"/>
              <a:gd name="T5" fmla="*/ 786 h 1123"/>
              <a:gd name="T6" fmla="*/ 1143 w 1364"/>
              <a:gd name="T7" fmla="*/ 765 h 1123"/>
              <a:gd name="T8" fmla="*/ 720 w 1364"/>
              <a:gd name="T9" fmla="*/ 805 h 1123"/>
              <a:gd name="T10" fmla="*/ 57 w 1364"/>
              <a:gd name="T11" fmla="*/ 484 h 1123"/>
              <a:gd name="T12" fmla="*/ 733 w 1364"/>
              <a:gd name="T13" fmla="*/ 828 h 1123"/>
              <a:gd name="T14" fmla="*/ 1158 w 1364"/>
              <a:gd name="T15" fmla="*/ 621 h 1123"/>
              <a:gd name="T16" fmla="*/ 720 w 1364"/>
              <a:gd name="T17" fmla="*/ 805 h 1123"/>
              <a:gd name="T18" fmla="*/ 1001 w 1364"/>
              <a:gd name="T19" fmla="*/ 579 h 1123"/>
              <a:gd name="T20" fmla="*/ 990 w 1364"/>
              <a:gd name="T21" fmla="*/ 441 h 1123"/>
              <a:gd name="T22" fmla="*/ 284 w 1364"/>
              <a:gd name="T23" fmla="*/ 432 h 1123"/>
              <a:gd name="T24" fmla="*/ 71 w 1364"/>
              <a:gd name="T25" fmla="*/ 478 h 1123"/>
              <a:gd name="T26" fmla="*/ 720 w 1364"/>
              <a:gd name="T27" fmla="*/ 1101 h 1123"/>
              <a:gd name="T28" fmla="*/ 57 w 1364"/>
              <a:gd name="T29" fmla="*/ 780 h 1123"/>
              <a:gd name="T30" fmla="*/ 733 w 1364"/>
              <a:gd name="T31" fmla="*/ 1123 h 1123"/>
              <a:gd name="T32" fmla="*/ 1158 w 1364"/>
              <a:gd name="T33" fmla="*/ 917 h 1123"/>
              <a:gd name="T34" fmla="*/ 720 w 1364"/>
              <a:gd name="T35" fmla="*/ 1101 h 1123"/>
              <a:gd name="T36" fmla="*/ 1067 w 1364"/>
              <a:gd name="T37" fmla="*/ 344 h 1123"/>
              <a:gd name="T38" fmla="*/ 1056 w 1364"/>
              <a:gd name="T39" fmla="*/ 368 h 1123"/>
              <a:gd name="T40" fmla="*/ 1063 w 1364"/>
              <a:gd name="T41" fmla="*/ 404 h 1123"/>
              <a:gd name="T42" fmla="*/ 1035 w 1364"/>
              <a:gd name="T43" fmla="*/ 562 h 1123"/>
              <a:gd name="T44" fmla="*/ 1115 w 1364"/>
              <a:gd name="T45" fmla="*/ 422 h 1123"/>
              <a:gd name="T46" fmla="*/ 1106 w 1364"/>
              <a:gd name="T47" fmla="*/ 389 h 1123"/>
              <a:gd name="T48" fmla="*/ 1114 w 1364"/>
              <a:gd name="T49" fmla="*/ 352 h 1123"/>
              <a:gd name="T50" fmla="*/ 1104 w 1364"/>
              <a:gd name="T51" fmla="*/ 226 h 1123"/>
              <a:gd name="T52" fmla="*/ 1356 w 1364"/>
              <a:gd name="T53" fmla="*/ 174 h 1123"/>
              <a:gd name="T54" fmla="*/ 773 w 1364"/>
              <a:gd name="T55" fmla="*/ 4 h 1123"/>
              <a:gd name="T56" fmla="*/ 413 w 1364"/>
              <a:gd name="T57" fmla="*/ 28 h 1123"/>
              <a:gd name="T58" fmla="*/ 11 w 1364"/>
              <a:gd name="T59" fmla="*/ 76 h 1123"/>
              <a:gd name="T60" fmla="*/ 480 w 1364"/>
              <a:gd name="T61" fmla="*/ 323 h 1123"/>
              <a:gd name="T62" fmla="*/ 1039 w 1364"/>
              <a:gd name="T63" fmla="*/ 238 h 1123"/>
              <a:gd name="T64" fmla="*/ 628 w 1364"/>
              <a:gd name="T65" fmla="*/ 161 h 1123"/>
              <a:gd name="T66" fmla="*/ 1054 w 1364"/>
              <a:gd name="T67" fmla="*/ 204 h 1123"/>
              <a:gd name="T68" fmla="*/ 961 w 1364"/>
              <a:gd name="T69" fmla="*/ 281 h 1123"/>
              <a:gd name="T70" fmla="*/ 315 w 1364"/>
              <a:gd name="T71" fmla="*/ 432 h 1123"/>
              <a:gd name="T72" fmla="*/ 466 w 1364"/>
              <a:gd name="T73" fmla="*/ 350 h 1123"/>
              <a:gd name="T74" fmla="*/ 961 w 1364"/>
              <a:gd name="T75" fmla="*/ 281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64" h="1123">
                <a:moveTo>
                  <a:pt x="717" y="953"/>
                </a:moveTo>
                <a:cubicBezTo>
                  <a:pt x="707" y="917"/>
                  <a:pt x="707" y="881"/>
                  <a:pt x="725" y="847"/>
                </a:cubicBezTo>
                <a:lnTo>
                  <a:pt x="54" y="632"/>
                </a:lnTo>
                <a:cubicBezTo>
                  <a:pt x="28" y="665"/>
                  <a:pt x="21" y="710"/>
                  <a:pt x="51" y="757"/>
                </a:cubicBezTo>
                <a:lnTo>
                  <a:pt x="730" y="975"/>
                </a:lnTo>
                <a:lnTo>
                  <a:pt x="1159" y="786"/>
                </a:lnTo>
                <a:cubicBezTo>
                  <a:pt x="1170" y="781"/>
                  <a:pt x="1169" y="773"/>
                  <a:pt x="1155" y="768"/>
                </a:cubicBezTo>
                <a:lnTo>
                  <a:pt x="1143" y="765"/>
                </a:lnTo>
                <a:lnTo>
                  <a:pt x="717" y="953"/>
                </a:lnTo>
                <a:close/>
                <a:moveTo>
                  <a:pt x="720" y="805"/>
                </a:moveTo>
                <a:cubicBezTo>
                  <a:pt x="710" y="770"/>
                  <a:pt x="710" y="734"/>
                  <a:pt x="729" y="700"/>
                </a:cubicBezTo>
                <a:lnTo>
                  <a:pt x="57" y="484"/>
                </a:lnTo>
                <a:cubicBezTo>
                  <a:pt x="31" y="518"/>
                  <a:pt x="24" y="563"/>
                  <a:pt x="55" y="610"/>
                </a:cubicBezTo>
                <a:lnTo>
                  <a:pt x="733" y="828"/>
                </a:lnTo>
                <a:lnTo>
                  <a:pt x="1162" y="639"/>
                </a:lnTo>
                <a:cubicBezTo>
                  <a:pt x="1174" y="633"/>
                  <a:pt x="1172" y="626"/>
                  <a:pt x="1158" y="621"/>
                </a:cubicBezTo>
                <a:lnTo>
                  <a:pt x="1146" y="617"/>
                </a:lnTo>
                <a:lnTo>
                  <a:pt x="720" y="805"/>
                </a:lnTo>
                <a:close/>
                <a:moveTo>
                  <a:pt x="742" y="694"/>
                </a:moveTo>
                <a:lnTo>
                  <a:pt x="1001" y="579"/>
                </a:lnTo>
                <a:lnTo>
                  <a:pt x="1021" y="451"/>
                </a:lnTo>
                <a:lnTo>
                  <a:pt x="990" y="441"/>
                </a:lnTo>
                <a:cubicBezTo>
                  <a:pt x="976" y="548"/>
                  <a:pt x="711" y="556"/>
                  <a:pt x="638" y="556"/>
                </a:cubicBezTo>
                <a:cubicBezTo>
                  <a:pt x="562" y="556"/>
                  <a:pt x="284" y="548"/>
                  <a:pt x="284" y="432"/>
                </a:cubicBezTo>
                <a:lnTo>
                  <a:pt x="284" y="384"/>
                </a:lnTo>
                <a:lnTo>
                  <a:pt x="71" y="478"/>
                </a:lnTo>
                <a:lnTo>
                  <a:pt x="742" y="694"/>
                </a:lnTo>
                <a:close/>
                <a:moveTo>
                  <a:pt x="720" y="1101"/>
                </a:moveTo>
                <a:cubicBezTo>
                  <a:pt x="710" y="1066"/>
                  <a:pt x="710" y="1030"/>
                  <a:pt x="728" y="995"/>
                </a:cubicBezTo>
                <a:lnTo>
                  <a:pt x="57" y="780"/>
                </a:lnTo>
                <a:cubicBezTo>
                  <a:pt x="31" y="814"/>
                  <a:pt x="24" y="858"/>
                  <a:pt x="54" y="906"/>
                </a:cubicBezTo>
                <a:lnTo>
                  <a:pt x="733" y="1123"/>
                </a:lnTo>
                <a:lnTo>
                  <a:pt x="1162" y="934"/>
                </a:lnTo>
                <a:cubicBezTo>
                  <a:pt x="1173" y="929"/>
                  <a:pt x="1171" y="921"/>
                  <a:pt x="1158" y="917"/>
                </a:cubicBezTo>
                <a:lnTo>
                  <a:pt x="1146" y="913"/>
                </a:lnTo>
                <a:lnTo>
                  <a:pt x="720" y="1101"/>
                </a:lnTo>
                <a:close/>
                <a:moveTo>
                  <a:pt x="1067" y="219"/>
                </a:moveTo>
                <a:lnTo>
                  <a:pt x="1067" y="344"/>
                </a:lnTo>
                <a:cubicBezTo>
                  <a:pt x="1062" y="345"/>
                  <a:pt x="1058" y="348"/>
                  <a:pt x="1058" y="352"/>
                </a:cubicBezTo>
                <a:lnTo>
                  <a:pt x="1056" y="368"/>
                </a:lnTo>
                <a:cubicBezTo>
                  <a:pt x="1056" y="378"/>
                  <a:pt x="1065" y="382"/>
                  <a:pt x="1064" y="389"/>
                </a:cubicBezTo>
                <a:lnTo>
                  <a:pt x="1063" y="404"/>
                </a:lnTo>
                <a:cubicBezTo>
                  <a:pt x="1063" y="410"/>
                  <a:pt x="1057" y="415"/>
                  <a:pt x="1056" y="422"/>
                </a:cubicBezTo>
                <a:lnTo>
                  <a:pt x="1035" y="562"/>
                </a:lnTo>
                <a:cubicBezTo>
                  <a:pt x="1043" y="579"/>
                  <a:pt x="1127" y="579"/>
                  <a:pt x="1136" y="562"/>
                </a:cubicBezTo>
                <a:lnTo>
                  <a:pt x="1115" y="422"/>
                </a:lnTo>
                <a:cubicBezTo>
                  <a:pt x="1114" y="415"/>
                  <a:pt x="1108" y="410"/>
                  <a:pt x="1107" y="404"/>
                </a:cubicBezTo>
                <a:lnTo>
                  <a:pt x="1106" y="389"/>
                </a:lnTo>
                <a:cubicBezTo>
                  <a:pt x="1106" y="381"/>
                  <a:pt x="1115" y="379"/>
                  <a:pt x="1115" y="369"/>
                </a:cubicBezTo>
                <a:lnTo>
                  <a:pt x="1114" y="352"/>
                </a:lnTo>
                <a:cubicBezTo>
                  <a:pt x="1113" y="347"/>
                  <a:pt x="1109" y="344"/>
                  <a:pt x="1104" y="344"/>
                </a:cubicBezTo>
                <a:cubicBezTo>
                  <a:pt x="1104" y="218"/>
                  <a:pt x="1104" y="362"/>
                  <a:pt x="1104" y="226"/>
                </a:cubicBezTo>
                <a:lnTo>
                  <a:pt x="1356" y="183"/>
                </a:lnTo>
                <a:cubicBezTo>
                  <a:pt x="1362" y="182"/>
                  <a:pt x="1364" y="177"/>
                  <a:pt x="1356" y="174"/>
                </a:cubicBezTo>
                <a:cubicBezTo>
                  <a:pt x="1235" y="139"/>
                  <a:pt x="1125" y="107"/>
                  <a:pt x="1024" y="77"/>
                </a:cubicBezTo>
                <a:cubicBezTo>
                  <a:pt x="934" y="51"/>
                  <a:pt x="850" y="26"/>
                  <a:pt x="773" y="4"/>
                </a:cubicBezTo>
                <a:cubicBezTo>
                  <a:pt x="759" y="0"/>
                  <a:pt x="750" y="0"/>
                  <a:pt x="736" y="1"/>
                </a:cubicBezTo>
                <a:cubicBezTo>
                  <a:pt x="635" y="9"/>
                  <a:pt x="527" y="18"/>
                  <a:pt x="413" y="28"/>
                </a:cubicBezTo>
                <a:cubicBezTo>
                  <a:pt x="289" y="39"/>
                  <a:pt x="155" y="50"/>
                  <a:pt x="12" y="62"/>
                </a:cubicBezTo>
                <a:cubicBezTo>
                  <a:pt x="0" y="64"/>
                  <a:pt x="3" y="73"/>
                  <a:pt x="11" y="76"/>
                </a:cubicBezTo>
                <a:cubicBezTo>
                  <a:pt x="68" y="106"/>
                  <a:pt x="130" y="139"/>
                  <a:pt x="198" y="175"/>
                </a:cubicBezTo>
                <a:cubicBezTo>
                  <a:pt x="281" y="219"/>
                  <a:pt x="374" y="268"/>
                  <a:pt x="480" y="323"/>
                </a:cubicBezTo>
                <a:cubicBezTo>
                  <a:pt x="489" y="328"/>
                  <a:pt x="508" y="330"/>
                  <a:pt x="523" y="327"/>
                </a:cubicBezTo>
                <a:cubicBezTo>
                  <a:pt x="695" y="298"/>
                  <a:pt x="867" y="268"/>
                  <a:pt x="1039" y="238"/>
                </a:cubicBezTo>
                <a:cubicBezTo>
                  <a:pt x="1038" y="232"/>
                  <a:pt x="1036" y="229"/>
                  <a:pt x="1029" y="227"/>
                </a:cubicBezTo>
                <a:lnTo>
                  <a:pt x="628" y="161"/>
                </a:lnTo>
                <a:cubicBezTo>
                  <a:pt x="593" y="156"/>
                  <a:pt x="599" y="131"/>
                  <a:pt x="619" y="134"/>
                </a:cubicBezTo>
                <a:lnTo>
                  <a:pt x="1054" y="204"/>
                </a:lnTo>
                <a:cubicBezTo>
                  <a:pt x="1062" y="206"/>
                  <a:pt x="1066" y="211"/>
                  <a:pt x="1067" y="219"/>
                </a:cubicBezTo>
                <a:close/>
                <a:moveTo>
                  <a:pt x="961" y="281"/>
                </a:moveTo>
                <a:lnTo>
                  <a:pt x="961" y="432"/>
                </a:lnTo>
                <a:cubicBezTo>
                  <a:pt x="961" y="557"/>
                  <a:pt x="315" y="557"/>
                  <a:pt x="315" y="432"/>
                </a:cubicBezTo>
                <a:lnTo>
                  <a:pt x="315" y="270"/>
                </a:lnTo>
                <a:cubicBezTo>
                  <a:pt x="365" y="296"/>
                  <a:pt x="415" y="323"/>
                  <a:pt x="466" y="350"/>
                </a:cubicBezTo>
                <a:cubicBezTo>
                  <a:pt x="483" y="359"/>
                  <a:pt x="509" y="360"/>
                  <a:pt x="528" y="357"/>
                </a:cubicBezTo>
                <a:cubicBezTo>
                  <a:pt x="672" y="331"/>
                  <a:pt x="816" y="306"/>
                  <a:pt x="961" y="281"/>
                </a:cubicBezTo>
                <a:close/>
              </a:path>
            </a:pathLst>
          </a:custGeom>
          <a:solidFill>
            <a:srgbClr val="4F80B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文本框 7">
            <a:extLst>
              <a:ext uri="{FF2B5EF4-FFF2-40B4-BE49-F238E27FC236}">
                <a16:creationId xmlns:a16="http://schemas.microsoft.com/office/drawing/2014/main" id="{AE32A8EF-2ABB-64F3-F933-A0768A2A72A9}"/>
              </a:ext>
            </a:extLst>
          </p:cNvPr>
          <p:cNvSpPr txBox="1"/>
          <p:nvPr/>
        </p:nvSpPr>
        <p:spPr>
          <a:xfrm>
            <a:off x="1313494" y="2685387"/>
            <a:ext cx="4116880" cy="1142403"/>
          </a:xfrm>
          <a:prstGeom prst="rect">
            <a:avLst/>
          </a:prstGeom>
          <a:noFill/>
        </p:spPr>
        <p:txBody>
          <a:bodyPr wrap="square" rtlCol="0">
            <a:noAutofit/>
          </a:bodyPr>
          <a:lstStyle/>
          <a:p>
            <a:pPr>
              <a:lnSpc>
                <a:spcPct val="120000"/>
              </a:lnSpc>
            </a:pPr>
            <a:r>
              <a:rPr lang="en-US" altLang="vi-VN" sz="3000" b="1" dirty="0">
                <a:solidFill>
                  <a:schemeClr val="bg1"/>
                </a:solidFill>
                <a:latin typeface="Noto Sans"/>
                <a:ea typeface="Noto Sans"/>
              </a:rPr>
              <a:t>KẾT LUẬN VÀ HƯỚNG PHÁT TRIỂN</a:t>
            </a:r>
            <a:endParaRPr lang="vi-VN" altLang="vi-VN" sz="3000" b="1" dirty="0">
              <a:solidFill>
                <a:schemeClr val="bg1"/>
              </a:solidFill>
              <a:latin typeface="Noto Sans"/>
              <a:ea typeface="Noto Sans"/>
            </a:endParaRPr>
          </a:p>
        </p:txBody>
      </p:sp>
      <p:cxnSp>
        <p:nvCxnSpPr>
          <p:cNvPr id="14" name="直接连接符 11">
            <a:extLst>
              <a:ext uri="{FF2B5EF4-FFF2-40B4-BE49-F238E27FC236}">
                <a16:creationId xmlns:a16="http://schemas.microsoft.com/office/drawing/2014/main" id="{85C433DE-2D0A-0999-EF15-2F0F908E7EEC}"/>
              </a:ext>
            </a:extLst>
          </p:cNvPr>
          <p:cNvCxnSpPr>
            <a:cxnSpLocks/>
          </p:cNvCxnSpPr>
          <p:nvPr/>
        </p:nvCxnSpPr>
        <p:spPr>
          <a:xfrm>
            <a:off x="1626216" y="3846360"/>
            <a:ext cx="1948627" cy="0"/>
          </a:xfrm>
          <a:prstGeom prst="line">
            <a:avLst/>
          </a:prstGeom>
          <a:ln w="41275">
            <a:solidFill>
              <a:srgbClr val="4F81BD"/>
            </a:solidFill>
          </a:ln>
        </p:spPr>
        <p:style>
          <a:lnRef idx="1">
            <a:schemeClr val="accent1"/>
          </a:lnRef>
          <a:fillRef idx="0">
            <a:schemeClr val="accent1"/>
          </a:fillRef>
          <a:effectRef idx="0">
            <a:schemeClr val="accent1"/>
          </a:effectRef>
          <a:fontRef idx="minor">
            <a:schemeClr val="tx1"/>
          </a:fontRef>
        </p:style>
      </p:cxnSp>
      <p:sp>
        <p:nvSpPr>
          <p:cNvPr id="15" name="文本框 9">
            <a:extLst>
              <a:ext uri="{FF2B5EF4-FFF2-40B4-BE49-F238E27FC236}">
                <a16:creationId xmlns:a16="http://schemas.microsoft.com/office/drawing/2014/main" id="{B7AE6411-5EC7-40D4-D440-D8E42DC4D4FA}"/>
              </a:ext>
            </a:extLst>
          </p:cNvPr>
          <p:cNvSpPr txBox="1"/>
          <p:nvPr/>
        </p:nvSpPr>
        <p:spPr>
          <a:xfrm>
            <a:off x="1347861" y="3927512"/>
            <a:ext cx="6010899" cy="403788"/>
          </a:xfrm>
          <a:prstGeom prst="rect">
            <a:avLst/>
          </a:prstGeom>
          <a:noFill/>
        </p:spPr>
        <p:txBody>
          <a:bodyPr wrap="square" rtlCol="0">
            <a:normAutofit/>
          </a:bodyPr>
          <a:lstStyle/>
          <a:p>
            <a:pPr lvl="0">
              <a:lnSpc>
                <a:spcPct val="160000"/>
              </a:lnSpc>
              <a:defRPr/>
            </a:pPr>
            <a:r>
              <a:rPr kumimoji="0" lang="vi-VN" altLang="vi-VN" sz="1400" b="1" i="0" u="none" strike="noStrike" cap="none" spc="0" normalizeH="0" baseline="0" dirty="0">
                <a:solidFill>
                  <a:schemeClr val="bg1">
                    <a:lumMod val="75000"/>
                    <a:lumOff val="25000"/>
                  </a:schemeClr>
                </a:solidFill>
                <a:effectLst>
                  <a:outerShdw blurRad="38100" dist="38100" dir="2700000" algn="tl">
                    <a:srgbClr val="000000">
                      <a:alpha val="43137"/>
                    </a:srgbClr>
                  </a:outerShdw>
                </a:effectLst>
                <a:latin typeface="Noto Sans"/>
                <a:ea typeface="Noto Sans"/>
                <a:sym typeface="Century Gothic" panose="020B0502020202020204" pitchFamily="34" charset="0"/>
              </a:rPr>
              <a:t>Công cụ, giao diện, và các chức năng nổi bật</a:t>
            </a:r>
          </a:p>
        </p:txBody>
      </p:sp>
      <p:sp>
        <p:nvSpPr>
          <p:cNvPr id="4" name="Slide Number Placeholder 3">
            <a:extLst>
              <a:ext uri="{FF2B5EF4-FFF2-40B4-BE49-F238E27FC236}">
                <a16:creationId xmlns:a16="http://schemas.microsoft.com/office/drawing/2014/main" id="{D6124236-8EA0-4EFB-BBEC-5025CD9B5898}"/>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27</a:t>
            </a:fld>
            <a:endParaRPr lang="zh-CN" altLang="en-US" sz="2435"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 name="矩形 33"/>
          <p:cNvSpPr/>
          <p:nvPr/>
        </p:nvSpPr>
        <p:spPr>
          <a:xfrm>
            <a:off x="0" y="13335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5545535" y="2064923"/>
            <a:ext cx="878223" cy="3061381"/>
            <a:chOff x="5619192" y="3329208"/>
            <a:chExt cx="878223" cy="3061381"/>
          </a:xfrm>
        </p:grpSpPr>
        <p:cxnSp>
          <p:nvCxnSpPr>
            <p:cNvPr id="37" name="直接连接符 36"/>
            <p:cNvCxnSpPr/>
            <p:nvPr/>
          </p:nvCxnSpPr>
          <p:spPr>
            <a:xfrm flipH="1">
              <a:off x="6274856" y="3329208"/>
              <a:ext cx="0" cy="2296350"/>
            </a:xfrm>
            <a:prstGeom prst="line">
              <a:avLst/>
            </a:prstGeom>
            <a:noFill/>
            <a:ln w="38100" cap="flat" cmpd="sng" algn="ctr">
              <a:solidFill>
                <a:srgbClr val="4F7FBD"/>
              </a:solidFill>
              <a:prstDash val="solid"/>
              <a:miter lim="800000"/>
            </a:ln>
            <a:effectLst/>
          </p:spPr>
        </p:cxnSp>
        <p:cxnSp>
          <p:nvCxnSpPr>
            <p:cNvPr id="38" name="直接连接符 37"/>
            <p:cNvCxnSpPr/>
            <p:nvPr/>
          </p:nvCxnSpPr>
          <p:spPr>
            <a:xfrm flipH="1">
              <a:off x="6497415" y="4094239"/>
              <a:ext cx="0" cy="2296350"/>
            </a:xfrm>
            <a:prstGeom prst="line">
              <a:avLst/>
            </a:prstGeom>
            <a:noFill/>
            <a:ln w="38100" cap="flat" cmpd="sng" algn="ctr">
              <a:solidFill>
                <a:srgbClr val="4F7FBD"/>
              </a:solidFill>
              <a:prstDash val="solid"/>
              <a:miter lim="800000"/>
            </a:ln>
            <a:effectLst/>
          </p:spPr>
        </p:cxnSp>
        <p:cxnSp>
          <p:nvCxnSpPr>
            <p:cNvPr id="39" name="直接连接符 38"/>
            <p:cNvCxnSpPr/>
            <p:nvPr/>
          </p:nvCxnSpPr>
          <p:spPr>
            <a:xfrm flipH="1">
              <a:off x="5854735" y="3329208"/>
              <a:ext cx="0" cy="2296350"/>
            </a:xfrm>
            <a:prstGeom prst="line">
              <a:avLst/>
            </a:prstGeom>
            <a:noFill/>
            <a:ln w="38100" cap="flat" cmpd="sng" algn="ctr">
              <a:solidFill>
                <a:srgbClr val="4F7FBD"/>
              </a:solidFill>
              <a:prstDash val="solid"/>
              <a:miter lim="800000"/>
            </a:ln>
            <a:effectLst/>
          </p:spPr>
        </p:cxnSp>
        <p:cxnSp>
          <p:nvCxnSpPr>
            <p:cNvPr id="40" name="直接连接符 39"/>
            <p:cNvCxnSpPr/>
            <p:nvPr/>
          </p:nvCxnSpPr>
          <p:spPr>
            <a:xfrm flipH="1">
              <a:off x="5619192" y="4094239"/>
              <a:ext cx="0" cy="2296350"/>
            </a:xfrm>
            <a:prstGeom prst="line">
              <a:avLst/>
            </a:prstGeom>
            <a:noFill/>
            <a:ln w="38100" cap="flat" cmpd="sng" algn="ctr">
              <a:solidFill>
                <a:srgbClr val="4F7FBD"/>
              </a:solidFill>
              <a:prstDash val="solid"/>
              <a:miter lim="800000"/>
            </a:ln>
            <a:effectLst/>
          </p:spPr>
        </p:cxnSp>
      </p:grpSp>
      <p:sp>
        <p:nvSpPr>
          <p:cNvPr id="43" name="五边形 42"/>
          <p:cNvSpPr/>
          <p:nvPr/>
        </p:nvSpPr>
        <p:spPr>
          <a:xfrm flipH="1">
            <a:off x="3105153" y="2827745"/>
            <a:ext cx="2468880" cy="558165"/>
          </a:xfrm>
          <a:prstGeom prst="homePlate">
            <a:avLst/>
          </a:prstGeom>
          <a:solidFill>
            <a:srgbClr val="4F7FBD"/>
          </a:solidFill>
          <a:ln w="12700" cap="flat" cmpd="sng" algn="ctr">
            <a:noFill/>
            <a:prstDash val="solid"/>
            <a:miter lim="800000"/>
          </a:ln>
          <a:effectLst/>
        </p:spPr>
        <p:txBody>
          <a:bodyPr rtlCol="0" anchor="ctr"/>
          <a:lstStyle/>
          <a:p>
            <a:pPr algn="ctr"/>
            <a:r>
              <a:rPr lang="vi-VN" sz="1600" dirty="0">
                <a:latin typeface="Noto Sans" panose="020B0502040504020204" pitchFamily="34" charset="0"/>
                <a:ea typeface="Noto Sans" panose="020B0502040504020204" pitchFamily="34" charset="0"/>
                <a:cs typeface="Noto Sans" panose="020B0502040504020204" pitchFamily="34" charset="0"/>
              </a:rPr>
              <a:t>Tăng hiệu quả quản lý Admin</a:t>
            </a:r>
            <a:endParaRPr lang="zh-CN" altLang="en-US" sz="1600" dirty="0">
              <a:latin typeface="Noto Sans" panose="020B0502040504020204" pitchFamily="34" charset="0"/>
              <a:cs typeface="Noto Sans" panose="020B0502040504020204" pitchFamily="34" charset="0"/>
            </a:endParaRPr>
          </a:p>
        </p:txBody>
      </p:sp>
      <p:sp>
        <p:nvSpPr>
          <p:cNvPr id="46" name="五边形 45"/>
          <p:cNvSpPr/>
          <p:nvPr/>
        </p:nvSpPr>
        <p:spPr>
          <a:xfrm flipH="1">
            <a:off x="2594613" y="1987640"/>
            <a:ext cx="3220720" cy="558165"/>
          </a:xfrm>
          <a:prstGeom prst="homePlate">
            <a:avLst/>
          </a:prstGeom>
          <a:solidFill>
            <a:srgbClr val="0070C0"/>
          </a:solidFill>
          <a:ln w="12700" cap="flat" cmpd="sng" algn="ctr">
            <a:noFill/>
            <a:prstDash val="solid"/>
            <a:miter lim="800000"/>
          </a:ln>
          <a:effectLst/>
        </p:spPr>
        <p:txBody>
          <a:bodyPr rtlCol="0" anchor="ctr"/>
          <a:lstStyle/>
          <a:p>
            <a:pPr algn="ctr"/>
            <a:r>
              <a:rPr lang="vi-VN" sz="1600" dirty="0">
                <a:latin typeface="Noto Sans" panose="020B0502040504020204" pitchFamily="34" charset="0"/>
                <a:ea typeface="Noto Sans" panose="020B0502040504020204" pitchFamily="34" charset="0"/>
                <a:cs typeface="Noto Sans" panose="020B0502040504020204" pitchFamily="34" charset="0"/>
              </a:rPr>
              <a:t>Cải thiện trải nghiệm người dùng</a:t>
            </a:r>
            <a:endParaRPr lang="zh-CN" altLang="en-US" sz="1600" dirty="0">
              <a:latin typeface="Noto Sans" panose="020B0502040504020204" pitchFamily="34" charset="0"/>
              <a:cs typeface="Noto Sans" panose="020B0502040504020204" pitchFamily="34" charset="0"/>
            </a:endParaRPr>
          </a:p>
        </p:txBody>
      </p:sp>
      <p:sp>
        <p:nvSpPr>
          <p:cNvPr id="52" name="五边形 51"/>
          <p:cNvSpPr/>
          <p:nvPr/>
        </p:nvSpPr>
        <p:spPr>
          <a:xfrm>
            <a:off x="6201199" y="1801173"/>
            <a:ext cx="3220720" cy="558165"/>
          </a:xfrm>
          <a:prstGeom prst="homePlate">
            <a:avLst/>
          </a:prstGeom>
          <a:solidFill>
            <a:srgbClr val="0070C0"/>
          </a:solidFill>
          <a:ln w="12700" cap="flat" cmpd="sng" algn="ctr">
            <a:noFill/>
            <a:prstDash val="solid"/>
            <a:miter lim="800000"/>
          </a:ln>
          <a:effectLst/>
        </p:spPr>
        <p:txBody>
          <a:bodyPr rtlCol="0" anchor="ctr"/>
          <a:lstStyle/>
          <a:p>
            <a:pPr algn="ctr"/>
            <a:r>
              <a:rPr lang="vi-VN" altLang="zh-CN" sz="1600" dirty="0">
                <a:latin typeface="Noto Sans" panose="020B0502040504020204" pitchFamily="34" charset="0"/>
                <a:ea typeface="Noto Sans" panose="020B0502040504020204" pitchFamily="34" charset="0"/>
                <a:cs typeface="Noto Sans" panose="020B0502040504020204" pitchFamily="34" charset="0"/>
              </a:rPr>
              <a:t>Hệ thống quản lý nội thất hoàn thiện </a:t>
            </a:r>
            <a:endParaRPr lang="zh-CN" altLang="en-US" sz="1600" dirty="0">
              <a:latin typeface="Noto Sans" panose="020B0502040504020204" pitchFamily="34" charset="0"/>
              <a:cs typeface="Noto Sans" panose="020B0502040504020204" pitchFamily="34" charset="0"/>
            </a:endParaRPr>
          </a:p>
        </p:txBody>
      </p:sp>
      <p:sp>
        <p:nvSpPr>
          <p:cNvPr id="55" name="五边形 54"/>
          <p:cNvSpPr/>
          <p:nvPr/>
        </p:nvSpPr>
        <p:spPr>
          <a:xfrm>
            <a:off x="6440173" y="2827745"/>
            <a:ext cx="2468880" cy="558165"/>
          </a:xfrm>
          <a:prstGeom prst="homePlate">
            <a:avLst/>
          </a:prstGeom>
          <a:solidFill>
            <a:srgbClr val="4F80BD"/>
          </a:solidFill>
          <a:ln w="12700" cap="flat" cmpd="sng" algn="ctr">
            <a:noFill/>
            <a:prstDash val="solid"/>
            <a:miter lim="800000"/>
          </a:ln>
          <a:effectLst/>
        </p:spPr>
        <p:txBody>
          <a:bodyPr rtlCol="0" anchor="ctr"/>
          <a:lstStyle/>
          <a:p>
            <a:pPr algn="ctr"/>
            <a:r>
              <a:rPr lang="vi-VN" sz="1600" dirty="0">
                <a:latin typeface="Noto Sans" panose="020B0502040504020204" pitchFamily="34" charset="0"/>
                <a:ea typeface="Noto Sans" panose="020B0502040504020204" pitchFamily="34" charset="0"/>
                <a:cs typeface="Noto Sans" panose="020B0502040504020204" pitchFamily="34" charset="0"/>
              </a:rPr>
              <a:t>Tiềm năng phát triển hệ thống</a:t>
            </a:r>
            <a:endParaRPr lang="zh-CN" altLang="en-US" sz="1600" dirty="0">
              <a:latin typeface="Noto Sans" panose="020B0502040504020204" pitchFamily="34" charset="0"/>
              <a:cs typeface="Noto Sans" panose="020B0502040504020204" pitchFamily="34" charset="0"/>
            </a:endParaRPr>
          </a:p>
        </p:txBody>
      </p:sp>
      <p:sp>
        <p:nvSpPr>
          <p:cNvPr id="62" name="Freeform 36"/>
          <p:cNvSpPr>
            <a:spLocks noEditPoints="1"/>
          </p:cNvSpPr>
          <p:nvPr/>
        </p:nvSpPr>
        <p:spPr bwMode="auto">
          <a:xfrm>
            <a:off x="5441953" y="4191725"/>
            <a:ext cx="1417955" cy="1178560"/>
          </a:xfrm>
          <a:custGeom>
            <a:avLst/>
            <a:gdLst>
              <a:gd name="T0" fmla="*/ 787 w 1019"/>
              <a:gd name="T1" fmla="*/ 779 h 812"/>
              <a:gd name="T2" fmla="*/ 0 w 1019"/>
              <a:gd name="T3" fmla="*/ 779 h 812"/>
              <a:gd name="T4" fmla="*/ 408 w 1019"/>
              <a:gd name="T5" fmla="*/ 300 h 812"/>
              <a:gd name="T6" fmla="*/ 393 w 1019"/>
              <a:gd name="T7" fmla="*/ 286 h 812"/>
              <a:gd name="T8" fmla="*/ 743 w 1019"/>
              <a:gd name="T9" fmla="*/ 335 h 812"/>
              <a:gd name="T10" fmla="*/ 44 w 1019"/>
              <a:gd name="T11" fmla="*/ 274 h 812"/>
              <a:gd name="T12" fmla="*/ 280 w 1019"/>
              <a:gd name="T13" fmla="*/ 588 h 812"/>
              <a:gd name="T14" fmla="*/ 134 w 1019"/>
              <a:gd name="T15" fmla="*/ 495 h 812"/>
              <a:gd name="T16" fmla="*/ 134 w 1019"/>
              <a:gd name="T17" fmla="*/ 526 h 812"/>
              <a:gd name="T18" fmla="*/ 426 w 1019"/>
              <a:gd name="T19" fmla="*/ 434 h 812"/>
              <a:gd name="T20" fmla="*/ 134 w 1019"/>
              <a:gd name="T21" fmla="*/ 434 h 812"/>
              <a:gd name="T22" fmla="*/ 426 w 1019"/>
              <a:gd name="T23" fmla="*/ 404 h 812"/>
              <a:gd name="T24" fmla="*/ 755 w 1019"/>
              <a:gd name="T25" fmla="*/ 340 h 812"/>
              <a:gd name="T26" fmla="*/ 755 w 1019"/>
              <a:gd name="T27" fmla="*/ 340 h 812"/>
              <a:gd name="T28" fmla="*/ 755 w 1019"/>
              <a:gd name="T29" fmla="*/ 50 h 812"/>
              <a:gd name="T30" fmla="*/ 463 w 1019"/>
              <a:gd name="T31" fmla="*/ 183 h 812"/>
              <a:gd name="T32" fmla="*/ 797 w 1019"/>
              <a:gd name="T33" fmla="*/ 201 h 812"/>
              <a:gd name="T34" fmla="*/ 511 w 1019"/>
              <a:gd name="T35" fmla="*/ 140 h 812"/>
              <a:gd name="T36" fmla="*/ 808 w 1019"/>
              <a:gd name="T37" fmla="*/ 353 h 812"/>
              <a:gd name="T38" fmla="*/ 924 w 1019"/>
              <a:gd name="T39" fmla="*/ 211 h 812"/>
              <a:gd name="T40" fmla="*/ 954 w 1019"/>
              <a:gd name="T41" fmla="*/ 244 h 812"/>
              <a:gd name="T42" fmla="*/ 937 w 1019"/>
              <a:gd name="T43" fmla="*/ 208 h 812"/>
              <a:gd name="T44" fmla="*/ 931 w 1019"/>
              <a:gd name="T45" fmla="*/ 397 h 812"/>
              <a:gd name="T46" fmla="*/ 930 w 1019"/>
              <a:gd name="T47" fmla="*/ 435 h 812"/>
              <a:gd name="T48" fmla="*/ 962 w 1019"/>
              <a:gd name="T49" fmla="*/ 436 h 812"/>
              <a:gd name="T50" fmla="*/ 960 w 1019"/>
              <a:gd name="T51" fmla="*/ 397 h 812"/>
              <a:gd name="T52" fmla="*/ 954 w 1019"/>
              <a:gd name="T53" fmla="*/ 312 h 812"/>
              <a:gd name="T54" fmla="*/ 470 w 1019"/>
              <a:gd name="T55" fmla="*/ 437 h 812"/>
              <a:gd name="T56" fmla="*/ 515 w 1019"/>
              <a:gd name="T57" fmla="*/ 610 h 812"/>
              <a:gd name="T58" fmla="*/ 532 w 1019"/>
              <a:gd name="T59" fmla="*/ 597 h 812"/>
              <a:gd name="T60" fmla="*/ 538 w 1019"/>
              <a:gd name="T61" fmla="*/ 575 h 812"/>
              <a:gd name="T62" fmla="*/ 560 w 1019"/>
              <a:gd name="T63" fmla="*/ 588 h 812"/>
              <a:gd name="T64" fmla="*/ 575 w 1019"/>
              <a:gd name="T65" fmla="*/ 621 h 812"/>
              <a:gd name="T66" fmla="*/ 593 w 1019"/>
              <a:gd name="T67" fmla="*/ 636 h 812"/>
              <a:gd name="T68" fmla="*/ 623 w 1019"/>
              <a:gd name="T69" fmla="*/ 632 h 812"/>
              <a:gd name="T70" fmla="*/ 617 w 1019"/>
              <a:gd name="T71" fmla="*/ 615 h 812"/>
              <a:gd name="T72" fmla="*/ 602 w 1019"/>
              <a:gd name="T73" fmla="*/ 582 h 812"/>
              <a:gd name="T74" fmla="*/ 582 w 1019"/>
              <a:gd name="T75" fmla="*/ 567 h 812"/>
              <a:gd name="T76" fmla="*/ 634 w 1019"/>
              <a:gd name="T77" fmla="*/ 539 h 812"/>
              <a:gd name="T78" fmla="*/ 612 w 1019"/>
              <a:gd name="T79" fmla="*/ 533 h 812"/>
              <a:gd name="T80" fmla="*/ 599 w 1019"/>
              <a:gd name="T81" fmla="*/ 515 h 812"/>
              <a:gd name="T82" fmla="*/ 577 w 1019"/>
              <a:gd name="T83" fmla="*/ 509 h 812"/>
              <a:gd name="T84" fmla="*/ 563 w 1019"/>
              <a:gd name="T85" fmla="*/ 491 h 812"/>
              <a:gd name="T86" fmla="*/ 541 w 1019"/>
              <a:gd name="T87" fmla="*/ 485 h 812"/>
              <a:gd name="T88" fmla="*/ 527 w 1019"/>
              <a:gd name="T89" fmla="*/ 467 h 812"/>
              <a:gd name="T90" fmla="*/ 505 w 1019"/>
              <a:gd name="T91" fmla="*/ 461 h 812"/>
              <a:gd name="T92" fmla="*/ 491 w 1019"/>
              <a:gd name="T93" fmla="*/ 443 h 812"/>
              <a:gd name="T94" fmla="*/ 95 w 1019"/>
              <a:gd name="T95" fmla="*/ 327 h 812"/>
              <a:gd name="T96" fmla="*/ 95 w 1019"/>
              <a:gd name="T97" fmla="*/ 679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19" h="812">
                <a:moveTo>
                  <a:pt x="0" y="751"/>
                </a:moveTo>
                <a:lnTo>
                  <a:pt x="787" y="751"/>
                </a:lnTo>
                <a:lnTo>
                  <a:pt x="787" y="779"/>
                </a:lnTo>
                <a:cubicBezTo>
                  <a:pt x="787" y="797"/>
                  <a:pt x="772" y="812"/>
                  <a:pt x="754" y="812"/>
                </a:cubicBezTo>
                <a:lnTo>
                  <a:pt x="33" y="812"/>
                </a:lnTo>
                <a:cubicBezTo>
                  <a:pt x="15" y="812"/>
                  <a:pt x="0" y="797"/>
                  <a:pt x="0" y="779"/>
                </a:cubicBezTo>
                <a:lnTo>
                  <a:pt x="0" y="751"/>
                </a:lnTo>
                <a:close/>
                <a:moveTo>
                  <a:pt x="393" y="286"/>
                </a:moveTo>
                <a:cubicBezTo>
                  <a:pt x="401" y="286"/>
                  <a:pt x="408" y="292"/>
                  <a:pt x="408" y="300"/>
                </a:cubicBezTo>
                <a:cubicBezTo>
                  <a:pt x="408" y="308"/>
                  <a:pt x="401" y="315"/>
                  <a:pt x="393" y="315"/>
                </a:cubicBezTo>
                <a:cubicBezTo>
                  <a:pt x="385" y="315"/>
                  <a:pt x="379" y="308"/>
                  <a:pt x="379" y="300"/>
                </a:cubicBezTo>
                <a:cubicBezTo>
                  <a:pt x="379" y="292"/>
                  <a:pt x="385" y="286"/>
                  <a:pt x="393" y="286"/>
                </a:cubicBezTo>
                <a:close/>
                <a:moveTo>
                  <a:pt x="44" y="274"/>
                </a:moveTo>
                <a:lnTo>
                  <a:pt x="485" y="274"/>
                </a:lnTo>
                <a:cubicBezTo>
                  <a:pt x="575" y="280"/>
                  <a:pt x="661" y="297"/>
                  <a:pt x="743" y="335"/>
                </a:cubicBezTo>
                <a:lnTo>
                  <a:pt x="743" y="732"/>
                </a:lnTo>
                <a:lnTo>
                  <a:pt x="44" y="732"/>
                </a:lnTo>
                <a:lnTo>
                  <a:pt x="44" y="274"/>
                </a:lnTo>
                <a:close/>
                <a:moveTo>
                  <a:pt x="134" y="556"/>
                </a:moveTo>
                <a:lnTo>
                  <a:pt x="280" y="556"/>
                </a:lnTo>
                <a:lnTo>
                  <a:pt x="280" y="588"/>
                </a:lnTo>
                <a:lnTo>
                  <a:pt x="134" y="588"/>
                </a:lnTo>
                <a:lnTo>
                  <a:pt x="134" y="556"/>
                </a:lnTo>
                <a:close/>
                <a:moveTo>
                  <a:pt x="134" y="495"/>
                </a:moveTo>
                <a:lnTo>
                  <a:pt x="426" y="495"/>
                </a:lnTo>
                <a:lnTo>
                  <a:pt x="426" y="526"/>
                </a:lnTo>
                <a:lnTo>
                  <a:pt x="134" y="526"/>
                </a:lnTo>
                <a:lnTo>
                  <a:pt x="134" y="495"/>
                </a:lnTo>
                <a:close/>
                <a:moveTo>
                  <a:pt x="134" y="434"/>
                </a:moveTo>
                <a:lnTo>
                  <a:pt x="426" y="434"/>
                </a:lnTo>
                <a:lnTo>
                  <a:pt x="426" y="465"/>
                </a:lnTo>
                <a:lnTo>
                  <a:pt x="134" y="465"/>
                </a:lnTo>
                <a:lnTo>
                  <a:pt x="134" y="434"/>
                </a:lnTo>
                <a:close/>
                <a:moveTo>
                  <a:pt x="134" y="372"/>
                </a:moveTo>
                <a:lnTo>
                  <a:pt x="426" y="372"/>
                </a:lnTo>
                <a:lnTo>
                  <a:pt x="426" y="404"/>
                </a:lnTo>
                <a:lnTo>
                  <a:pt x="134" y="404"/>
                </a:lnTo>
                <a:lnTo>
                  <a:pt x="134" y="372"/>
                </a:lnTo>
                <a:close/>
                <a:moveTo>
                  <a:pt x="755" y="340"/>
                </a:moveTo>
                <a:cubicBezTo>
                  <a:pt x="766" y="345"/>
                  <a:pt x="792" y="358"/>
                  <a:pt x="799" y="362"/>
                </a:cubicBezTo>
                <a:cubicBezTo>
                  <a:pt x="818" y="374"/>
                  <a:pt x="770" y="381"/>
                  <a:pt x="755" y="383"/>
                </a:cubicBezTo>
                <a:lnTo>
                  <a:pt x="755" y="340"/>
                </a:lnTo>
                <a:close/>
                <a:moveTo>
                  <a:pt x="924" y="211"/>
                </a:moveTo>
                <a:cubicBezTo>
                  <a:pt x="881" y="163"/>
                  <a:pt x="838" y="116"/>
                  <a:pt x="795" y="68"/>
                </a:cubicBezTo>
                <a:cubicBezTo>
                  <a:pt x="781" y="52"/>
                  <a:pt x="774" y="53"/>
                  <a:pt x="755" y="50"/>
                </a:cubicBezTo>
                <a:lnTo>
                  <a:pt x="311" y="1"/>
                </a:lnTo>
                <a:cubicBezTo>
                  <a:pt x="302" y="0"/>
                  <a:pt x="298" y="5"/>
                  <a:pt x="304" y="12"/>
                </a:cubicBezTo>
                <a:lnTo>
                  <a:pt x="463" y="183"/>
                </a:lnTo>
                <a:cubicBezTo>
                  <a:pt x="488" y="133"/>
                  <a:pt x="506" y="106"/>
                  <a:pt x="586" y="115"/>
                </a:cubicBezTo>
                <a:cubicBezTo>
                  <a:pt x="641" y="122"/>
                  <a:pt x="682" y="133"/>
                  <a:pt x="733" y="153"/>
                </a:cubicBezTo>
                <a:cubicBezTo>
                  <a:pt x="765" y="166"/>
                  <a:pt x="783" y="176"/>
                  <a:pt x="797" y="201"/>
                </a:cubicBezTo>
                <a:cubicBezTo>
                  <a:pt x="784" y="185"/>
                  <a:pt x="763" y="174"/>
                  <a:pt x="740" y="165"/>
                </a:cubicBezTo>
                <a:cubicBezTo>
                  <a:pt x="693" y="146"/>
                  <a:pt x="642" y="133"/>
                  <a:pt x="591" y="127"/>
                </a:cubicBezTo>
                <a:cubicBezTo>
                  <a:pt x="560" y="124"/>
                  <a:pt x="531" y="124"/>
                  <a:pt x="511" y="140"/>
                </a:cubicBezTo>
                <a:cubicBezTo>
                  <a:pt x="492" y="154"/>
                  <a:pt x="465" y="216"/>
                  <a:pt x="453" y="239"/>
                </a:cubicBezTo>
                <a:cubicBezTo>
                  <a:pt x="446" y="255"/>
                  <a:pt x="455" y="261"/>
                  <a:pt x="468" y="261"/>
                </a:cubicBezTo>
                <a:cubicBezTo>
                  <a:pt x="587" y="266"/>
                  <a:pt x="702" y="297"/>
                  <a:pt x="808" y="353"/>
                </a:cubicBezTo>
                <a:lnTo>
                  <a:pt x="809" y="292"/>
                </a:lnTo>
                <a:cubicBezTo>
                  <a:pt x="847" y="297"/>
                  <a:pt x="886" y="303"/>
                  <a:pt x="924" y="308"/>
                </a:cubicBezTo>
                <a:lnTo>
                  <a:pt x="924" y="211"/>
                </a:lnTo>
                <a:close/>
                <a:moveTo>
                  <a:pt x="1009" y="320"/>
                </a:moveTo>
                <a:cubicBezTo>
                  <a:pt x="1016" y="321"/>
                  <a:pt x="1019" y="314"/>
                  <a:pt x="1014" y="309"/>
                </a:cubicBezTo>
                <a:cubicBezTo>
                  <a:pt x="994" y="287"/>
                  <a:pt x="974" y="266"/>
                  <a:pt x="954" y="244"/>
                </a:cubicBezTo>
                <a:lnTo>
                  <a:pt x="954" y="216"/>
                </a:lnTo>
                <a:cubicBezTo>
                  <a:pt x="954" y="211"/>
                  <a:pt x="950" y="208"/>
                  <a:pt x="945" y="208"/>
                </a:cubicBezTo>
                <a:lnTo>
                  <a:pt x="937" y="208"/>
                </a:lnTo>
                <a:lnTo>
                  <a:pt x="937" y="379"/>
                </a:lnTo>
                <a:cubicBezTo>
                  <a:pt x="934" y="379"/>
                  <a:pt x="933" y="381"/>
                  <a:pt x="932" y="385"/>
                </a:cubicBezTo>
                <a:lnTo>
                  <a:pt x="931" y="397"/>
                </a:lnTo>
                <a:cubicBezTo>
                  <a:pt x="931" y="403"/>
                  <a:pt x="934" y="405"/>
                  <a:pt x="934" y="410"/>
                </a:cubicBezTo>
                <a:lnTo>
                  <a:pt x="933" y="424"/>
                </a:lnTo>
                <a:cubicBezTo>
                  <a:pt x="933" y="428"/>
                  <a:pt x="930" y="430"/>
                  <a:pt x="930" y="435"/>
                </a:cubicBezTo>
                <a:lnTo>
                  <a:pt x="918" y="536"/>
                </a:lnTo>
                <a:cubicBezTo>
                  <a:pt x="924" y="548"/>
                  <a:pt x="967" y="549"/>
                  <a:pt x="974" y="537"/>
                </a:cubicBezTo>
                <a:lnTo>
                  <a:pt x="962" y="436"/>
                </a:lnTo>
                <a:cubicBezTo>
                  <a:pt x="961" y="430"/>
                  <a:pt x="958" y="429"/>
                  <a:pt x="958" y="424"/>
                </a:cubicBezTo>
                <a:lnTo>
                  <a:pt x="957" y="410"/>
                </a:lnTo>
                <a:cubicBezTo>
                  <a:pt x="957" y="404"/>
                  <a:pt x="960" y="404"/>
                  <a:pt x="960" y="397"/>
                </a:cubicBezTo>
                <a:lnTo>
                  <a:pt x="959" y="385"/>
                </a:lnTo>
                <a:cubicBezTo>
                  <a:pt x="959" y="381"/>
                  <a:pt x="957" y="379"/>
                  <a:pt x="954" y="379"/>
                </a:cubicBezTo>
                <a:lnTo>
                  <a:pt x="954" y="312"/>
                </a:lnTo>
                <a:cubicBezTo>
                  <a:pt x="972" y="315"/>
                  <a:pt x="991" y="317"/>
                  <a:pt x="1009" y="320"/>
                </a:cubicBezTo>
                <a:close/>
                <a:moveTo>
                  <a:pt x="480" y="435"/>
                </a:moveTo>
                <a:lnTo>
                  <a:pt x="470" y="437"/>
                </a:lnTo>
                <a:lnTo>
                  <a:pt x="506" y="622"/>
                </a:lnTo>
                <a:lnTo>
                  <a:pt x="516" y="620"/>
                </a:lnTo>
                <a:lnTo>
                  <a:pt x="515" y="610"/>
                </a:lnTo>
                <a:lnTo>
                  <a:pt x="524" y="608"/>
                </a:lnTo>
                <a:lnTo>
                  <a:pt x="522" y="598"/>
                </a:lnTo>
                <a:lnTo>
                  <a:pt x="532" y="597"/>
                </a:lnTo>
                <a:lnTo>
                  <a:pt x="530" y="587"/>
                </a:lnTo>
                <a:lnTo>
                  <a:pt x="540" y="585"/>
                </a:lnTo>
                <a:lnTo>
                  <a:pt x="538" y="575"/>
                </a:lnTo>
                <a:lnTo>
                  <a:pt x="548" y="573"/>
                </a:lnTo>
                <a:lnTo>
                  <a:pt x="551" y="590"/>
                </a:lnTo>
                <a:lnTo>
                  <a:pt x="560" y="588"/>
                </a:lnTo>
                <a:lnTo>
                  <a:pt x="563" y="606"/>
                </a:lnTo>
                <a:lnTo>
                  <a:pt x="571" y="604"/>
                </a:lnTo>
                <a:lnTo>
                  <a:pt x="575" y="621"/>
                </a:lnTo>
                <a:lnTo>
                  <a:pt x="583" y="620"/>
                </a:lnTo>
                <a:lnTo>
                  <a:pt x="587" y="637"/>
                </a:lnTo>
                <a:lnTo>
                  <a:pt x="593" y="636"/>
                </a:lnTo>
                <a:lnTo>
                  <a:pt x="595" y="645"/>
                </a:lnTo>
                <a:lnTo>
                  <a:pt x="624" y="640"/>
                </a:lnTo>
                <a:lnTo>
                  <a:pt x="623" y="632"/>
                </a:lnTo>
                <a:lnTo>
                  <a:pt x="629" y="630"/>
                </a:lnTo>
                <a:lnTo>
                  <a:pt x="626" y="613"/>
                </a:lnTo>
                <a:lnTo>
                  <a:pt x="617" y="615"/>
                </a:lnTo>
                <a:lnTo>
                  <a:pt x="614" y="597"/>
                </a:lnTo>
                <a:lnTo>
                  <a:pt x="606" y="599"/>
                </a:lnTo>
                <a:lnTo>
                  <a:pt x="602" y="582"/>
                </a:lnTo>
                <a:lnTo>
                  <a:pt x="594" y="583"/>
                </a:lnTo>
                <a:lnTo>
                  <a:pt x="590" y="566"/>
                </a:lnTo>
                <a:lnTo>
                  <a:pt x="582" y="567"/>
                </a:lnTo>
                <a:lnTo>
                  <a:pt x="580" y="559"/>
                </a:lnTo>
                <a:lnTo>
                  <a:pt x="635" y="548"/>
                </a:lnTo>
                <a:lnTo>
                  <a:pt x="634" y="539"/>
                </a:lnTo>
                <a:lnTo>
                  <a:pt x="624" y="541"/>
                </a:lnTo>
                <a:lnTo>
                  <a:pt x="622" y="531"/>
                </a:lnTo>
                <a:lnTo>
                  <a:pt x="612" y="533"/>
                </a:lnTo>
                <a:lnTo>
                  <a:pt x="610" y="523"/>
                </a:lnTo>
                <a:lnTo>
                  <a:pt x="600" y="525"/>
                </a:lnTo>
                <a:lnTo>
                  <a:pt x="599" y="515"/>
                </a:lnTo>
                <a:lnTo>
                  <a:pt x="589" y="517"/>
                </a:lnTo>
                <a:lnTo>
                  <a:pt x="587" y="507"/>
                </a:lnTo>
                <a:lnTo>
                  <a:pt x="577" y="509"/>
                </a:lnTo>
                <a:lnTo>
                  <a:pt x="575" y="499"/>
                </a:lnTo>
                <a:lnTo>
                  <a:pt x="565" y="501"/>
                </a:lnTo>
                <a:lnTo>
                  <a:pt x="563" y="491"/>
                </a:lnTo>
                <a:lnTo>
                  <a:pt x="553" y="493"/>
                </a:lnTo>
                <a:lnTo>
                  <a:pt x="551" y="483"/>
                </a:lnTo>
                <a:lnTo>
                  <a:pt x="541" y="485"/>
                </a:lnTo>
                <a:lnTo>
                  <a:pt x="539" y="475"/>
                </a:lnTo>
                <a:lnTo>
                  <a:pt x="529" y="477"/>
                </a:lnTo>
                <a:lnTo>
                  <a:pt x="527" y="467"/>
                </a:lnTo>
                <a:lnTo>
                  <a:pt x="517" y="469"/>
                </a:lnTo>
                <a:lnTo>
                  <a:pt x="515" y="459"/>
                </a:lnTo>
                <a:lnTo>
                  <a:pt x="505" y="461"/>
                </a:lnTo>
                <a:lnTo>
                  <a:pt x="503" y="451"/>
                </a:lnTo>
                <a:lnTo>
                  <a:pt x="493" y="453"/>
                </a:lnTo>
                <a:lnTo>
                  <a:pt x="491" y="443"/>
                </a:lnTo>
                <a:lnTo>
                  <a:pt x="482" y="445"/>
                </a:lnTo>
                <a:lnTo>
                  <a:pt x="480" y="435"/>
                </a:lnTo>
                <a:close/>
                <a:moveTo>
                  <a:pt x="95" y="327"/>
                </a:moveTo>
                <a:lnTo>
                  <a:pt x="692" y="327"/>
                </a:lnTo>
                <a:lnTo>
                  <a:pt x="692" y="679"/>
                </a:lnTo>
                <a:lnTo>
                  <a:pt x="95" y="679"/>
                </a:lnTo>
                <a:lnTo>
                  <a:pt x="95" y="327"/>
                </a:lnTo>
                <a:close/>
              </a:path>
            </a:pathLst>
          </a:custGeom>
          <a:solidFill>
            <a:srgbClr val="1B3049"/>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2" name="Rectangle 45">
            <a:extLst>
              <a:ext uri="{FF2B5EF4-FFF2-40B4-BE49-F238E27FC236}">
                <a16:creationId xmlns:a16="http://schemas.microsoft.com/office/drawing/2014/main" id="{3A4DAACB-08B6-AEAA-25D0-78F132039D82}"/>
              </a:ext>
            </a:extLst>
          </p:cNvPr>
          <p:cNvSpPr/>
          <p:nvPr/>
        </p:nvSpPr>
        <p:spPr bwMode="auto">
          <a:xfrm>
            <a:off x="-2906336" y="283688"/>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KẾT LUẬN</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sp>
        <p:nvSpPr>
          <p:cNvPr id="9" name="任意多边形 48">
            <a:extLst>
              <a:ext uri="{FF2B5EF4-FFF2-40B4-BE49-F238E27FC236}">
                <a16:creationId xmlns:a16="http://schemas.microsoft.com/office/drawing/2014/main" id="{8FC2EBE6-7E33-D0A4-59A4-CBC132965224}"/>
              </a:ext>
            </a:extLst>
          </p:cNvPr>
          <p:cNvSpPr/>
          <p:nvPr/>
        </p:nvSpPr>
        <p:spPr>
          <a:xfrm>
            <a:off x="4304285" y="5484453"/>
            <a:ext cx="3367489" cy="561225"/>
          </a:xfrm>
          <a:custGeom>
            <a:avLst/>
            <a:gdLst>
              <a:gd name="connsiteX0" fmla="*/ 477932 w 2547985"/>
              <a:gd name="connsiteY0" fmla="*/ 0 h 470510"/>
              <a:gd name="connsiteX1" fmla="*/ 2313985 w 2547985"/>
              <a:gd name="connsiteY1" fmla="*/ 0 h 470510"/>
              <a:gd name="connsiteX2" fmla="*/ 2547985 w 2547985"/>
              <a:gd name="connsiteY2" fmla="*/ 234000 h 470510"/>
              <a:gd name="connsiteX3" fmla="*/ 2313985 w 2547985"/>
              <a:gd name="connsiteY3" fmla="*/ 468000 h 470510"/>
              <a:gd name="connsiteX4" fmla="*/ 2070053 w 2547985"/>
              <a:gd name="connsiteY4" fmla="*/ 468000 h 470510"/>
              <a:gd name="connsiteX5" fmla="*/ 2070053 w 2547985"/>
              <a:gd name="connsiteY5" fmla="*/ 470510 h 470510"/>
              <a:gd name="connsiteX6" fmla="*/ 234000 w 2547985"/>
              <a:gd name="connsiteY6" fmla="*/ 470510 h 470510"/>
              <a:gd name="connsiteX7" fmla="*/ 0 w 2547985"/>
              <a:gd name="connsiteY7" fmla="*/ 236510 h 470510"/>
              <a:gd name="connsiteX8" fmla="*/ 234000 w 2547985"/>
              <a:gd name="connsiteY8" fmla="*/ 2510 h 470510"/>
              <a:gd name="connsiteX9" fmla="*/ 477932 w 2547985"/>
              <a:gd name="connsiteY9" fmla="*/ 2510 h 470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7985" h="470509">
                <a:moveTo>
                  <a:pt x="477932" y="0"/>
                </a:moveTo>
                <a:lnTo>
                  <a:pt x="2313985" y="0"/>
                </a:lnTo>
                <a:lnTo>
                  <a:pt x="2547985" y="234000"/>
                </a:lnTo>
                <a:lnTo>
                  <a:pt x="2313985" y="468000"/>
                </a:lnTo>
                <a:lnTo>
                  <a:pt x="2070053" y="468000"/>
                </a:lnTo>
                <a:lnTo>
                  <a:pt x="2070053" y="470510"/>
                </a:lnTo>
                <a:lnTo>
                  <a:pt x="234000" y="470510"/>
                </a:lnTo>
                <a:lnTo>
                  <a:pt x="0" y="236510"/>
                </a:lnTo>
                <a:lnTo>
                  <a:pt x="234000" y="2510"/>
                </a:lnTo>
                <a:lnTo>
                  <a:pt x="477932" y="2510"/>
                </a:lnTo>
                <a:close/>
              </a:path>
            </a:pathLst>
          </a:custGeom>
          <a:solidFill>
            <a:srgbClr val="4F7FBD"/>
          </a:solidFill>
          <a:ln w="12700" cap="flat" cmpd="sng" algn="ctr">
            <a:noFill/>
            <a:prstDash val="solid"/>
            <a:miter lim="800000"/>
          </a:ln>
          <a:effectLst/>
        </p:spPr>
        <p:txBody>
          <a:bodyPr rtlCol="0" anchor="ctr"/>
          <a:lstStyle/>
          <a:p>
            <a:pPr algn="ctr"/>
            <a:r>
              <a:rPr lang="vi-VN" sz="1600" dirty="0">
                <a:latin typeface="Noto Sans" panose="020B0502040504020204" pitchFamily="34" charset="0"/>
                <a:ea typeface="Noto Sans" panose="020B0502040504020204" pitchFamily="34" charset="0"/>
                <a:cs typeface="Noto Sans" panose="020B0502040504020204" pitchFamily="34" charset="0"/>
              </a:rPr>
              <a:t>Đáp ứng đầy đủ mục tiêu của luận văn</a:t>
            </a:r>
            <a:endParaRPr lang="zh-CN" altLang="en-US" sz="1600" dirty="0">
              <a:latin typeface="Noto Sans" panose="020B0502040504020204" pitchFamily="34" charset="0"/>
              <a:cs typeface="Noto Sans" panose="020B0502040504020204" pitchFamily="34" charset="0"/>
            </a:endParaRPr>
          </a:p>
        </p:txBody>
      </p:sp>
      <p:sp>
        <p:nvSpPr>
          <p:cNvPr id="3" name="Slide Number Placeholder 2">
            <a:extLst>
              <a:ext uri="{FF2B5EF4-FFF2-40B4-BE49-F238E27FC236}">
                <a16:creationId xmlns:a16="http://schemas.microsoft.com/office/drawing/2014/main" id="{19DE8E9A-FC07-44E4-B8E1-3DAD20C7C9EA}"/>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28</a:t>
            </a:fld>
            <a:endParaRPr lang="zh-CN" altLang="en-US" sz="2435"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outVertical)">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p:cNvSpPr/>
          <p:nvPr/>
        </p:nvSpPr>
        <p:spPr>
          <a:xfrm>
            <a:off x="0" y="133350"/>
            <a:ext cx="171450" cy="514350"/>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îŝḻíde"/>
          <p:cNvSpPr/>
          <p:nvPr/>
        </p:nvSpPr>
        <p:spPr>
          <a:xfrm>
            <a:off x="0" y="2145608"/>
            <a:ext cx="12192000" cy="2369131"/>
          </a:xfrm>
          <a:prstGeom prst="rect">
            <a:avLst/>
          </a:prstGeom>
          <a:solidFill>
            <a:srgbClr val="7BA0CE"/>
          </a:solidFill>
          <a:ln w="12700" cap="flat" cmpd="sng" algn="ctr">
            <a:noFill/>
            <a:prstDash val="solid"/>
            <a:miter lim="800000"/>
          </a:ln>
          <a:effectLst/>
        </p:spPr>
        <p:txBody>
          <a:bodyPr lIns="91440" tIns="45720" rIns="91440" bIns="45720" rtlCol="0" anchor="ctr"/>
          <a:lstStyle/>
          <a:p>
            <a:pPr algn="ctr"/>
            <a:endParaRPr>
              <a:solidFill>
                <a:sysClr val="window" lastClr="FFFFFF"/>
              </a:solidFill>
            </a:endParaRPr>
          </a:p>
        </p:txBody>
      </p:sp>
      <p:grpSp>
        <p:nvGrpSpPr>
          <p:cNvPr id="65" name="组合 64"/>
          <p:cNvGrpSpPr/>
          <p:nvPr/>
        </p:nvGrpSpPr>
        <p:grpSpPr>
          <a:xfrm>
            <a:off x="837335" y="1303443"/>
            <a:ext cx="10517658" cy="4970035"/>
            <a:chOff x="2027" y="2860"/>
            <a:chExt cx="15373" cy="6834"/>
          </a:xfrm>
        </p:grpSpPr>
        <p:grpSp>
          <p:nvGrpSpPr>
            <p:cNvPr id="66" name="组合 65"/>
            <p:cNvGrpSpPr/>
            <p:nvPr/>
          </p:nvGrpSpPr>
          <p:grpSpPr>
            <a:xfrm>
              <a:off x="2027" y="2860"/>
              <a:ext cx="4185" cy="6834"/>
              <a:chOff x="1161869" y="1017916"/>
              <a:chExt cx="2657438" cy="4339898"/>
            </a:xfrm>
            <a:effectLst>
              <a:outerShdw blurRad="50800" sx="102000" sy="102000" algn="ctr" rotWithShape="0">
                <a:prstClr val="black">
                  <a:alpha val="20000"/>
                </a:prstClr>
              </a:outerShdw>
            </a:effectLst>
          </p:grpSpPr>
          <p:sp>
            <p:nvSpPr>
              <p:cNvPr id="67" name="矩形 3"/>
              <p:cNvSpPr/>
              <p:nvPr/>
            </p:nvSpPr>
            <p:spPr>
              <a:xfrm>
                <a:off x="1161869" y="5121456"/>
                <a:ext cx="2411263" cy="236358"/>
              </a:xfrm>
              <a:custGeom>
                <a:avLst/>
                <a:gdLst>
                  <a:gd name="connsiteX0" fmla="*/ 0 w 2363638"/>
                  <a:gd name="connsiteY0" fmla="*/ 0 h 186906"/>
                  <a:gd name="connsiteX1" fmla="*/ 2363638 w 2363638"/>
                  <a:gd name="connsiteY1" fmla="*/ 0 h 186906"/>
                  <a:gd name="connsiteX2" fmla="*/ 2363638 w 2363638"/>
                  <a:gd name="connsiteY2" fmla="*/ 186906 h 186906"/>
                  <a:gd name="connsiteX3" fmla="*/ 0 w 2363638"/>
                  <a:gd name="connsiteY3" fmla="*/ 186906 h 186906"/>
                  <a:gd name="connsiteX4" fmla="*/ 0 w 2363638"/>
                  <a:gd name="connsiteY4" fmla="*/ 0 h 186906"/>
                  <a:gd name="connsiteX0-1" fmla="*/ 0 w 2363638"/>
                  <a:gd name="connsiteY0-2" fmla="*/ 0 h 186906"/>
                  <a:gd name="connsiteX1-3" fmla="*/ 2363638 w 2363638"/>
                  <a:gd name="connsiteY1-4" fmla="*/ 0 h 186906"/>
                  <a:gd name="connsiteX2-5" fmla="*/ 2363638 w 2363638"/>
                  <a:gd name="connsiteY2-6" fmla="*/ 186906 h 186906"/>
                  <a:gd name="connsiteX3-7" fmla="*/ 0 w 2363638"/>
                  <a:gd name="connsiteY3-8" fmla="*/ 186906 h 186906"/>
                  <a:gd name="connsiteX4-9" fmla="*/ 0 w 2363638"/>
                  <a:gd name="connsiteY4-10" fmla="*/ 0 h 186906"/>
                  <a:gd name="connsiteX0-11" fmla="*/ 0 w 2363638"/>
                  <a:gd name="connsiteY0-12" fmla="*/ 0 h 186906"/>
                  <a:gd name="connsiteX1-13" fmla="*/ 2363638 w 2363638"/>
                  <a:gd name="connsiteY1-14" fmla="*/ 0 h 186906"/>
                  <a:gd name="connsiteX2-15" fmla="*/ 2363638 w 2363638"/>
                  <a:gd name="connsiteY2-16" fmla="*/ 186906 h 186906"/>
                  <a:gd name="connsiteX3-17" fmla="*/ 0 w 2363638"/>
                  <a:gd name="connsiteY3-18" fmla="*/ 186906 h 186906"/>
                  <a:gd name="connsiteX4-19" fmla="*/ 0 w 2363638"/>
                  <a:gd name="connsiteY4-20" fmla="*/ 0 h 186906"/>
                  <a:gd name="connsiteX0-21" fmla="*/ 0 w 2363638"/>
                  <a:gd name="connsiteY0-22" fmla="*/ 0 h 186906"/>
                  <a:gd name="connsiteX1-23" fmla="*/ 2363638 w 2363638"/>
                  <a:gd name="connsiteY1-24" fmla="*/ 0 h 186906"/>
                  <a:gd name="connsiteX2-25" fmla="*/ 2363638 w 2363638"/>
                  <a:gd name="connsiteY2-26" fmla="*/ 186906 h 186906"/>
                  <a:gd name="connsiteX3-27" fmla="*/ 0 w 2363638"/>
                  <a:gd name="connsiteY3-28" fmla="*/ 186906 h 186906"/>
                  <a:gd name="connsiteX4-29" fmla="*/ 0 w 2363638"/>
                  <a:gd name="connsiteY4-30" fmla="*/ 0 h 186906"/>
                  <a:gd name="connsiteX0-31" fmla="*/ 0 w 2363638"/>
                  <a:gd name="connsiteY0-32" fmla="*/ 0 h 186906"/>
                  <a:gd name="connsiteX1-33" fmla="*/ 2363638 w 2363638"/>
                  <a:gd name="connsiteY1-34" fmla="*/ 0 h 186906"/>
                  <a:gd name="connsiteX2-35" fmla="*/ 2363638 w 2363638"/>
                  <a:gd name="connsiteY2-36" fmla="*/ 186906 h 186906"/>
                  <a:gd name="connsiteX3-37" fmla="*/ 0 w 2363638"/>
                  <a:gd name="connsiteY3-38" fmla="*/ 186906 h 186906"/>
                  <a:gd name="connsiteX4-39" fmla="*/ 0 w 2363638"/>
                  <a:gd name="connsiteY4-40" fmla="*/ 0 h 186906"/>
                  <a:gd name="connsiteX0-41" fmla="*/ 0 w 2363638"/>
                  <a:gd name="connsiteY0-42" fmla="*/ 0 h 186906"/>
                  <a:gd name="connsiteX1-43" fmla="*/ 2363638 w 2363638"/>
                  <a:gd name="connsiteY1-44" fmla="*/ 0 h 186906"/>
                  <a:gd name="connsiteX2-45" fmla="*/ 2363638 w 2363638"/>
                  <a:gd name="connsiteY2-46" fmla="*/ 186906 h 186906"/>
                  <a:gd name="connsiteX3-47" fmla="*/ 0 w 2363638"/>
                  <a:gd name="connsiteY3-48" fmla="*/ 186906 h 186906"/>
                  <a:gd name="connsiteX4-49" fmla="*/ 0 w 2363638"/>
                  <a:gd name="connsiteY4-50" fmla="*/ 0 h 186906"/>
                  <a:gd name="connsiteX0-51" fmla="*/ 0 w 2363638"/>
                  <a:gd name="connsiteY0-52" fmla="*/ 0 h 186906"/>
                  <a:gd name="connsiteX1-53" fmla="*/ 2363638 w 2363638"/>
                  <a:gd name="connsiteY1-54" fmla="*/ 0 h 186906"/>
                  <a:gd name="connsiteX2-55" fmla="*/ 2363638 w 2363638"/>
                  <a:gd name="connsiteY2-56" fmla="*/ 186906 h 186906"/>
                  <a:gd name="connsiteX3-57" fmla="*/ 0 w 2363638"/>
                  <a:gd name="connsiteY3-58" fmla="*/ 186906 h 186906"/>
                  <a:gd name="connsiteX4-59" fmla="*/ 0 w 2363638"/>
                  <a:gd name="connsiteY4-60" fmla="*/ 0 h 186906"/>
                  <a:gd name="connsiteX0-61" fmla="*/ 0 w 2363638"/>
                  <a:gd name="connsiteY0-62" fmla="*/ 0 h 186906"/>
                  <a:gd name="connsiteX1-63" fmla="*/ 2363638 w 2363638"/>
                  <a:gd name="connsiteY1-64" fmla="*/ 0 h 186906"/>
                  <a:gd name="connsiteX2-65" fmla="*/ 2363638 w 2363638"/>
                  <a:gd name="connsiteY2-66" fmla="*/ 186906 h 186906"/>
                  <a:gd name="connsiteX3-67" fmla="*/ 0 w 2363638"/>
                  <a:gd name="connsiteY3-68" fmla="*/ 186906 h 186906"/>
                  <a:gd name="connsiteX4-69" fmla="*/ 0 w 2363638"/>
                  <a:gd name="connsiteY4-70" fmla="*/ 0 h 186906"/>
                  <a:gd name="connsiteX0-71" fmla="*/ 0 w 2363638"/>
                  <a:gd name="connsiteY0-72" fmla="*/ 0 h 186906"/>
                  <a:gd name="connsiteX1-73" fmla="*/ 2363638 w 2363638"/>
                  <a:gd name="connsiteY1-74" fmla="*/ 0 h 186906"/>
                  <a:gd name="connsiteX2-75" fmla="*/ 2363638 w 2363638"/>
                  <a:gd name="connsiteY2-76" fmla="*/ 186906 h 186906"/>
                  <a:gd name="connsiteX3-77" fmla="*/ 0 w 2363638"/>
                  <a:gd name="connsiteY3-78" fmla="*/ 186906 h 186906"/>
                  <a:gd name="connsiteX4-79" fmla="*/ 0 w 2363638"/>
                  <a:gd name="connsiteY4-80" fmla="*/ 0 h 18690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63638" h="186906">
                    <a:moveTo>
                      <a:pt x="0" y="0"/>
                    </a:moveTo>
                    <a:lnTo>
                      <a:pt x="2363638" y="0"/>
                    </a:lnTo>
                    <a:lnTo>
                      <a:pt x="2363638" y="186906"/>
                    </a:lnTo>
                    <a:cubicBezTo>
                      <a:pt x="1544009" y="156600"/>
                      <a:pt x="811409" y="130018"/>
                      <a:pt x="0" y="186906"/>
                    </a:cubicBezTo>
                    <a:lnTo>
                      <a:pt x="0" y="0"/>
                    </a:lnTo>
                    <a:close/>
                  </a:path>
                </a:pathLst>
              </a:custGeom>
              <a:solidFill>
                <a:sysClr val="windowText" lastClr="000000">
                  <a:lumMod val="50000"/>
                  <a:lumOff val="50000"/>
                </a:sysClr>
              </a:solidFill>
              <a:ln w="12700" cap="flat" cmpd="sng" algn="ctr">
                <a:noFill/>
                <a:prstDash val="solid"/>
                <a:miter lim="800000"/>
              </a:ln>
              <a:effectLst>
                <a:softEdge rad="63500"/>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a:p>
            </p:txBody>
          </p:sp>
          <p:sp>
            <p:nvSpPr>
              <p:cNvPr id="68" name="矩形 67"/>
              <p:cNvSpPr/>
              <p:nvPr/>
            </p:nvSpPr>
            <p:spPr>
              <a:xfrm>
                <a:off x="1187301" y="1017916"/>
                <a:ext cx="2632006" cy="4339897"/>
              </a:xfrm>
              <a:prstGeom prst="rect">
                <a:avLst/>
              </a:prstGeom>
              <a:solidFill>
                <a:sysClr val="window" lastClr="FFFFFF"/>
              </a:solidFill>
              <a:ln w="28575" cap="flat"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dirty="0"/>
              </a:p>
            </p:txBody>
          </p:sp>
        </p:grpSp>
        <p:grpSp>
          <p:nvGrpSpPr>
            <p:cNvPr id="69" name="组合 68"/>
            <p:cNvGrpSpPr/>
            <p:nvPr/>
          </p:nvGrpSpPr>
          <p:grpSpPr>
            <a:xfrm>
              <a:off x="7701" y="2860"/>
              <a:ext cx="4279" cy="6834"/>
              <a:chOff x="1161869" y="1017940"/>
              <a:chExt cx="2717102" cy="4339874"/>
            </a:xfrm>
            <a:effectLst>
              <a:outerShdw blurRad="50800" sx="102000" sy="102000" algn="ctr" rotWithShape="0">
                <a:prstClr val="black">
                  <a:alpha val="20000"/>
                </a:prstClr>
              </a:outerShdw>
            </a:effectLst>
          </p:grpSpPr>
          <p:sp>
            <p:nvSpPr>
              <p:cNvPr id="70" name="矩形 3"/>
              <p:cNvSpPr/>
              <p:nvPr/>
            </p:nvSpPr>
            <p:spPr>
              <a:xfrm>
                <a:off x="1161869" y="5121456"/>
                <a:ext cx="2411263" cy="236358"/>
              </a:xfrm>
              <a:custGeom>
                <a:avLst/>
                <a:gdLst>
                  <a:gd name="connsiteX0" fmla="*/ 0 w 2363638"/>
                  <a:gd name="connsiteY0" fmla="*/ 0 h 186906"/>
                  <a:gd name="connsiteX1" fmla="*/ 2363638 w 2363638"/>
                  <a:gd name="connsiteY1" fmla="*/ 0 h 186906"/>
                  <a:gd name="connsiteX2" fmla="*/ 2363638 w 2363638"/>
                  <a:gd name="connsiteY2" fmla="*/ 186906 h 186906"/>
                  <a:gd name="connsiteX3" fmla="*/ 0 w 2363638"/>
                  <a:gd name="connsiteY3" fmla="*/ 186906 h 186906"/>
                  <a:gd name="connsiteX4" fmla="*/ 0 w 2363638"/>
                  <a:gd name="connsiteY4" fmla="*/ 0 h 186906"/>
                  <a:gd name="connsiteX0-1" fmla="*/ 0 w 2363638"/>
                  <a:gd name="connsiteY0-2" fmla="*/ 0 h 186906"/>
                  <a:gd name="connsiteX1-3" fmla="*/ 2363638 w 2363638"/>
                  <a:gd name="connsiteY1-4" fmla="*/ 0 h 186906"/>
                  <a:gd name="connsiteX2-5" fmla="*/ 2363638 w 2363638"/>
                  <a:gd name="connsiteY2-6" fmla="*/ 186906 h 186906"/>
                  <a:gd name="connsiteX3-7" fmla="*/ 0 w 2363638"/>
                  <a:gd name="connsiteY3-8" fmla="*/ 186906 h 186906"/>
                  <a:gd name="connsiteX4-9" fmla="*/ 0 w 2363638"/>
                  <a:gd name="connsiteY4-10" fmla="*/ 0 h 186906"/>
                  <a:gd name="connsiteX0-11" fmla="*/ 0 w 2363638"/>
                  <a:gd name="connsiteY0-12" fmla="*/ 0 h 186906"/>
                  <a:gd name="connsiteX1-13" fmla="*/ 2363638 w 2363638"/>
                  <a:gd name="connsiteY1-14" fmla="*/ 0 h 186906"/>
                  <a:gd name="connsiteX2-15" fmla="*/ 2363638 w 2363638"/>
                  <a:gd name="connsiteY2-16" fmla="*/ 186906 h 186906"/>
                  <a:gd name="connsiteX3-17" fmla="*/ 0 w 2363638"/>
                  <a:gd name="connsiteY3-18" fmla="*/ 186906 h 186906"/>
                  <a:gd name="connsiteX4-19" fmla="*/ 0 w 2363638"/>
                  <a:gd name="connsiteY4-20" fmla="*/ 0 h 186906"/>
                  <a:gd name="connsiteX0-21" fmla="*/ 0 w 2363638"/>
                  <a:gd name="connsiteY0-22" fmla="*/ 0 h 186906"/>
                  <a:gd name="connsiteX1-23" fmla="*/ 2363638 w 2363638"/>
                  <a:gd name="connsiteY1-24" fmla="*/ 0 h 186906"/>
                  <a:gd name="connsiteX2-25" fmla="*/ 2363638 w 2363638"/>
                  <a:gd name="connsiteY2-26" fmla="*/ 186906 h 186906"/>
                  <a:gd name="connsiteX3-27" fmla="*/ 0 w 2363638"/>
                  <a:gd name="connsiteY3-28" fmla="*/ 186906 h 186906"/>
                  <a:gd name="connsiteX4-29" fmla="*/ 0 w 2363638"/>
                  <a:gd name="connsiteY4-30" fmla="*/ 0 h 186906"/>
                  <a:gd name="connsiteX0-31" fmla="*/ 0 w 2363638"/>
                  <a:gd name="connsiteY0-32" fmla="*/ 0 h 186906"/>
                  <a:gd name="connsiteX1-33" fmla="*/ 2363638 w 2363638"/>
                  <a:gd name="connsiteY1-34" fmla="*/ 0 h 186906"/>
                  <a:gd name="connsiteX2-35" fmla="*/ 2363638 w 2363638"/>
                  <a:gd name="connsiteY2-36" fmla="*/ 186906 h 186906"/>
                  <a:gd name="connsiteX3-37" fmla="*/ 0 w 2363638"/>
                  <a:gd name="connsiteY3-38" fmla="*/ 186906 h 186906"/>
                  <a:gd name="connsiteX4-39" fmla="*/ 0 w 2363638"/>
                  <a:gd name="connsiteY4-40" fmla="*/ 0 h 186906"/>
                  <a:gd name="connsiteX0-41" fmla="*/ 0 w 2363638"/>
                  <a:gd name="connsiteY0-42" fmla="*/ 0 h 186906"/>
                  <a:gd name="connsiteX1-43" fmla="*/ 2363638 w 2363638"/>
                  <a:gd name="connsiteY1-44" fmla="*/ 0 h 186906"/>
                  <a:gd name="connsiteX2-45" fmla="*/ 2363638 w 2363638"/>
                  <a:gd name="connsiteY2-46" fmla="*/ 186906 h 186906"/>
                  <a:gd name="connsiteX3-47" fmla="*/ 0 w 2363638"/>
                  <a:gd name="connsiteY3-48" fmla="*/ 186906 h 186906"/>
                  <a:gd name="connsiteX4-49" fmla="*/ 0 w 2363638"/>
                  <a:gd name="connsiteY4-50" fmla="*/ 0 h 186906"/>
                  <a:gd name="connsiteX0-51" fmla="*/ 0 w 2363638"/>
                  <a:gd name="connsiteY0-52" fmla="*/ 0 h 186906"/>
                  <a:gd name="connsiteX1-53" fmla="*/ 2363638 w 2363638"/>
                  <a:gd name="connsiteY1-54" fmla="*/ 0 h 186906"/>
                  <a:gd name="connsiteX2-55" fmla="*/ 2363638 w 2363638"/>
                  <a:gd name="connsiteY2-56" fmla="*/ 186906 h 186906"/>
                  <a:gd name="connsiteX3-57" fmla="*/ 0 w 2363638"/>
                  <a:gd name="connsiteY3-58" fmla="*/ 186906 h 186906"/>
                  <a:gd name="connsiteX4-59" fmla="*/ 0 w 2363638"/>
                  <a:gd name="connsiteY4-60" fmla="*/ 0 h 186906"/>
                  <a:gd name="connsiteX0-61" fmla="*/ 0 w 2363638"/>
                  <a:gd name="connsiteY0-62" fmla="*/ 0 h 186906"/>
                  <a:gd name="connsiteX1-63" fmla="*/ 2363638 w 2363638"/>
                  <a:gd name="connsiteY1-64" fmla="*/ 0 h 186906"/>
                  <a:gd name="connsiteX2-65" fmla="*/ 2363638 w 2363638"/>
                  <a:gd name="connsiteY2-66" fmla="*/ 186906 h 186906"/>
                  <a:gd name="connsiteX3-67" fmla="*/ 0 w 2363638"/>
                  <a:gd name="connsiteY3-68" fmla="*/ 186906 h 186906"/>
                  <a:gd name="connsiteX4-69" fmla="*/ 0 w 2363638"/>
                  <a:gd name="connsiteY4-70" fmla="*/ 0 h 186906"/>
                  <a:gd name="connsiteX0-71" fmla="*/ 0 w 2363638"/>
                  <a:gd name="connsiteY0-72" fmla="*/ 0 h 186906"/>
                  <a:gd name="connsiteX1-73" fmla="*/ 2363638 w 2363638"/>
                  <a:gd name="connsiteY1-74" fmla="*/ 0 h 186906"/>
                  <a:gd name="connsiteX2-75" fmla="*/ 2363638 w 2363638"/>
                  <a:gd name="connsiteY2-76" fmla="*/ 186906 h 186906"/>
                  <a:gd name="connsiteX3-77" fmla="*/ 0 w 2363638"/>
                  <a:gd name="connsiteY3-78" fmla="*/ 186906 h 186906"/>
                  <a:gd name="connsiteX4-79" fmla="*/ 0 w 2363638"/>
                  <a:gd name="connsiteY4-80" fmla="*/ 0 h 18690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63638" h="186906">
                    <a:moveTo>
                      <a:pt x="0" y="0"/>
                    </a:moveTo>
                    <a:lnTo>
                      <a:pt x="2363638" y="0"/>
                    </a:lnTo>
                    <a:lnTo>
                      <a:pt x="2363638" y="186906"/>
                    </a:lnTo>
                    <a:cubicBezTo>
                      <a:pt x="1544009" y="156600"/>
                      <a:pt x="811409" y="130018"/>
                      <a:pt x="0" y="186906"/>
                    </a:cubicBezTo>
                    <a:lnTo>
                      <a:pt x="0" y="0"/>
                    </a:lnTo>
                    <a:close/>
                  </a:path>
                </a:pathLst>
              </a:custGeom>
              <a:solidFill>
                <a:sysClr val="windowText" lastClr="000000">
                  <a:lumMod val="50000"/>
                  <a:lumOff val="50000"/>
                </a:sysClr>
              </a:solidFill>
              <a:ln w="12700" cap="flat" cmpd="sng" algn="ctr">
                <a:noFill/>
                <a:prstDash val="solid"/>
                <a:miter lim="800000"/>
              </a:ln>
              <a:effectLst>
                <a:softEdge rad="63500"/>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a:p>
            </p:txBody>
          </p:sp>
          <p:sp>
            <p:nvSpPr>
              <p:cNvPr id="71" name="矩形 70"/>
              <p:cNvSpPr/>
              <p:nvPr/>
            </p:nvSpPr>
            <p:spPr>
              <a:xfrm>
                <a:off x="1177084" y="1017940"/>
                <a:ext cx="2701887" cy="4209691"/>
              </a:xfrm>
              <a:prstGeom prst="rect">
                <a:avLst/>
              </a:prstGeom>
              <a:solidFill>
                <a:sysClr val="window" lastClr="FFFFFF"/>
              </a:solidFill>
              <a:ln w="28575" cap="flat"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a:p>
            </p:txBody>
          </p:sp>
        </p:grpSp>
        <p:grpSp>
          <p:nvGrpSpPr>
            <p:cNvPr id="72" name="组合 71"/>
            <p:cNvGrpSpPr/>
            <p:nvPr/>
          </p:nvGrpSpPr>
          <p:grpSpPr>
            <a:xfrm>
              <a:off x="13145" y="2860"/>
              <a:ext cx="4255" cy="6834"/>
              <a:chOff x="1015233" y="1017917"/>
              <a:chExt cx="2701745" cy="4339897"/>
            </a:xfrm>
            <a:effectLst>
              <a:outerShdw blurRad="50800" sx="102000" sy="102000" algn="ctr" rotWithShape="0">
                <a:prstClr val="black">
                  <a:alpha val="20000"/>
                </a:prstClr>
              </a:outerShdw>
            </a:effectLst>
          </p:grpSpPr>
          <p:sp>
            <p:nvSpPr>
              <p:cNvPr id="73" name="矩形 3"/>
              <p:cNvSpPr/>
              <p:nvPr/>
            </p:nvSpPr>
            <p:spPr>
              <a:xfrm>
                <a:off x="1161869" y="5121456"/>
                <a:ext cx="2411263" cy="236358"/>
              </a:xfrm>
              <a:custGeom>
                <a:avLst/>
                <a:gdLst>
                  <a:gd name="connsiteX0" fmla="*/ 0 w 2363638"/>
                  <a:gd name="connsiteY0" fmla="*/ 0 h 186906"/>
                  <a:gd name="connsiteX1" fmla="*/ 2363638 w 2363638"/>
                  <a:gd name="connsiteY1" fmla="*/ 0 h 186906"/>
                  <a:gd name="connsiteX2" fmla="*/ 2363638 w 2363638"/>
                  <a:gd name="connsiteY2" fmla="*/ 186906 h 186906"/>
                  <a:gd name="connsiteX3" fmla="*/ 0 w 2363638"/>
                  <a:gd name="connsiteY3" fmla="*/ 186906 h 186906"/>
                  <a:gd name="connsiteX4" fmla="*/ 0 w 2363638"/>
                  <a:gd name="connsiteY4" fmla="*/ 0 h 186906"/>
                  <a:gd name="connsiteX0-1" fmla="*/ 0 w 2363638"/>
                  <a:gd name="connsiteY0-2" fmla="*/ 0 h 186906"/>
                  <a:gd name="connsiteX1-3" fmla="*/ 2363638 w 2363638"/>
                  <a:gd name="connsiteY1-4" fmla="*/ 0 h 186906"/>
                  <a:gd name="connsiteX2-5" fmla="*/ 2363638 w 2363638"/>
                  <a:gd name="connsiteY2-6" fmla="*/ 186906 h 186906"/>
                  <a:gd name="connsiteX3-7" fmla="*/ 0 w 2363638"/>
                  <a:gd name="connsiteY3-8" fmla="*/ 186906 h 186906"/>
                  <a:gd name="connsiteX4-9" fmla="*/ 0 w 2363638"/>
                  <a:gd name="connsiteY4-10" fmla="*/ 0 h 186906"/>
                  <a:gd name="connsiteX0-11" fmla="*/ 0 w 2363638"/>
                  <a:gd name="connsiteY0-12" fmla="*/ 0 h 186906"/>
                  <a:gd name="connsiteX1-13" fmla="*/ 2363638 w 2363638"/>
                  <a:gd name="connsiteY1-14" fmla="*/ 0 h 186906"/>
                  <a:gd name="connsiteX2-15" fmla="*/ 2363638 w 2363638"/>
                  <a:gd name="connsiteY2-16" fmla="*/ 186906 h 186906"/>
                  <a:gd name="connsiteX3-17" fmla="*/ 0 w 2363638"/>
                  <a:gd name="connsiteY3-18" fmla="*/ 186906 h 186906"/>
                  <a:gd name="connsiteX4-19" fmla="*/ 0 w 2363638"/>
                  <a:gd name="connsiteY4-20" fmla="*/ 0 h 186906"/>
                  <a:gd name="connsiteX0-21" fmla="*/ 0 w 2363638"/>
                  <a:gd name="connsiteY0-22" fmla="*/ 0 h 186906"/>
                  <a:gd name="connsiteX1-23" fmla="*/ 2363638 w 2363638"/>
                  <a:gd name="connsiteY1-24" fmla="*/ 0 h 186906"/>
                  <a:gd name="connsiteX2-25" fmla="*/ 2363638 w 2363638"/>
                  <a:gd name="connsiteY2-26" fmla="*/ 186906 h 186906"/>
                  <a:gd name="connsiteX3-27" fmla="*/ 0 w 2363638"/>
                  <a:gd name="connsiteY3-28" fmla="*/ 186906 h 186906"/>
                  <a:gd name="connsiteX4-29" fmla="*/ 0 w 2363638"/>
                  <a:gd name="connsiteY4-30" fmla="*/ 0 h 186906"/>
                  <a:gd name="connsiteX0-31" fmla="*/ 0 w 2363638"/>
                  <a:gd name="connsiteY0-32" fmla="*/ 0 h 186906"/>
                  <a:gd name="connsiteX1-33" fmla="*/ 2363638 w 2363638"/>
                  <a:gd name="connsiteY1-34" fmla="*/ 0 h 186906"/>
                  <a:gd name="connsiteX2-35" fmla="*/ 2363638 w 2363638"/>
                  <a:gd name="connsiteY2-36" fmla="*/ 186906 h 186906"/>
                  <a:gd name="connsiteX3-37" fmla="*/ 0 w 2363638"/>
                  <a:gd name="connsiteY3-38" fmla="*/ 186906 h 186906"/>
                  <a:gd name="connsiteX4-39" fmla="*/ 0 w 2363638"/>
                  <a:gd name="connsiteY4-40" fmla="*/ 0 h 186906"/>
                  <a:gd name="connsiteX0-41" fmla="*/ 0 w 2363638"/>
                  <a:gd name="connsiteY0-42" fmla="*/ 0 h 186906"/>
                  <a:gd name="connsiteX1-43" fmla="*/ 2363638 w 2363638"/>
                  <a:gd name="connsiteY1-44" fmla="*/ 0 h 186906"/>
                  <a:gd name="connsiteX2-45" fmla="*/ 2363638 w 2363638"/>
                  <a:gd name="connsiteY2-46" fmla="*/ 186906 h 186906"/>
                  <a:gd name="connsiteX3-47" fmla="*/ 0 w 2363638"/>
                  <a:gd name="connsiteY3-48" fmla="*/ 186906 h 186906"/>
                  <a:gd name="connsiteX4-49" fmla="*/ 0 w 2363638"/>
                  <a:gd name="connsiteY4-50" fmla="*/ 0 h 186906"/>
                  <a:gd name="connsiteX0-51" fmla="*/ 0 w 2363638"/>
                  <a:gd name="connsiteY0-52" fmla="*/ 0 h 186906"/>
                  <a:gd name="connsiteX1-53" fmla="*/ 2363638 w 2363638"/>
                  <a:gd name="connsiteY1-54" fmla="*/ 0 h 186906"/>
                  <a:gd name="connsiteX2-55" fmla="*/ 2363638 w 2363638"/>
                  <a:gd name="connsiteY2-56" fmla="*/ 186906 h 186906"/>
                  <a:gd name="connsiteX3-57" fmla="*/ 0 w 2363638"/>
                  <a:gd name="connsiteY3-58" fmla="*/ 186906 h 186906"/>
                  <a:gd name="connsiteX4-59" fmla="*/ 0 w 2363638"/>
                  <a:gd name="connsiteY4-60" fmla="*/ 0 h 186906"/>
                  <a:gd name="connsiteX0-61" fmla="*/ 0 w 2363638"/>
                  <a:gd name="connsiteY0-62" fmla="*/ 0 h 186906"/>
                  <a:gd name="connsiteX1-63" fmla="*/ 2363638 w 2363638"/>
                  <a:gd name="connsiteY1-64" fmla="*/ 0 h 186906"/>
                  <a:gd name="connsiteX2-65" fmla="*/ 2363638 w 2363638"/>
                  <a:gd name="connsiteY2-66" fmla="*/ 186906 h 186906"/>
                  <a:gd name="connsiteX3-67" fmla="*/ 0 w 2363638"/>
                  <a:gd name="connsiteY3-68" fmla="*/ 186906 h 186906"/>
                  <a:gd name="connsiteX4-69" fmla="*/ 0 w 2363638"/>
                  <a:gd name="connsiteY4-70" fmla="*/ 0 h 186906"/>
                  <a:gd name="connsiteX0-71" fmla="*/ 0 w 2363638"/>
                  <a:gd name="connsiteY0-72" fmla="*/ 0 h 186906"/>
                  <a:gd name="connsiteX1-73" fmla="*/ 2363638 w 2363638"/>
                  <a:gd name="connsiteY1-74" fmla="*/ 0 h 186906"/>
                  <a:gd name="connsiteX2-75" fmla="*/ 2363638 w 2363638"/>
                  <a:gd name="connsiteY2-76" fmla="*/ 186906 h 186906"/>
                  <a:gd name="connsiteX3-77" fmla="*/ 0 w 2363638"/>
                  <a:gd name="connsiteY3-78" fmla="*/ 186906 h 186906"/>
                  <a:gd name="connsiteX4-79" fmla="*/ 0 w 2363638"/>
                  <a:gd name="connsiteY4-80" fmla="*/ 0 h 18690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63638" h="186906">
                    <a:moveTo>
                      <a:pt x="0" y="0"/>
                    </a:moveTo>
                    <a:lnTo>
                      <a:pt x="2363638" y="0"/>
                    </a:lnTo>
                    <a:lnTo>
                      <a:pt x="2363638" y="186906"/>
                    </a:lnTo>
                    <a:cubicBezTo>
                      <a:pt x="1544009" y="156600"/>
                      <a:pt x="811409" y="130018"/>
                      <a:pt x="0" y="186906"/>
                    </a:cubicBezTo>
                    <a:lnTo>
                      <a:pt x="0" y="0"/>
                    </a:lnTo>
                    <a:close/>
                  </a:path>
                </a:pathLst>
              </a:custGeom>
              <a:solidFill>
                <a:sysClr val="windowText" lastClr="000000">
                  <a:lumMod val="50000"/>
                  <a:lumOff val="50000"/>
                </a:sysClr>
              </a:solidFill>
              <a:ln w="12700" cap="flat" cmpd="sng" algn="ctr">
                <a:noFill/>
                <a:prstDash val="solid"/>
                <a:miter lim="800000"/>
              </a:ln>
              <a:effectLst>
                <a:softEdge rad="63500"/>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a:p>
            </p:txBody>
          </p:sp>
          <p:sp>
            <p:nvSpPr>
              <p:cNvPr id="74" name="矩形 73"/>
              <p:cNvSpPr/>
              <p:nvPr/>
            </p:nvSpPr>
            <p:spPr>
              <a:xfrm>
                <a:off x="1015233" y="1017917"/>
                <a:ext cx="2701745" cy="4209691"/>
              </a:xfrm>
              <a:prstGeom prst="rect">
                <a:avLst/>
              </a:prstGeom>
              <a:solidFill>
                <a:sysClr val="window" lastClr="FFFFFF"/>
              </a:solidFill>
              <a:ln w="28575" cap="flat"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a:p>
            </p:txBody>
          </p:sp>
        </p:grpSp>
        <p:grpSp>
          <p:nvGrpSpPr>
            <p:cNvPr id="75" name="组合 74"/>
            <p:cNvGrpSpPr/>
            <p:nvPr/>
          </p:nvGrpSpPr>
          <p:grpSpPr>
            <a:xfrm>
              <a:off x="2603" y="3195"/>
              <a:ext cx="3125" cy="972"/>
              <a:chOff x="4942499" y="2012709"/>
              <a:chExt cx="1984638" cy="617241"/>
            </a:xfrm>
          </p:grpSpPr>
          <p:sp>
            <p:nvSpPr>
              <p:cNvPr id="76" name="矩形 75"/>
              <p:cNvSpPr/>
              <p:nvPr/>
            </p:nvSpPr>
            <p:spPr>
              <a:xfrm>
                <a:off x="4942499" y="2012709"/>
                <a:ext cx="1984638" cy="611837"/>
              </a:xfrm>
              <a:prstGeom prst="rect">
                <a:avLst/>
              </a:prstGeom>
              <a:solidFill>
                <a:srgbClr val="7BA0CE"/>
              </a:solidFill>
              <a:ln w="12700" cap="flat" cmpd="sng" algn="ctr">
                <a:noFill/>
                <a:prstDash val="solid"/>
                <a:miter lim="800000"/>
              </a:ln>
              <a:effectLst/>
            </p:spPr>
            <p:txBody>
              <a:bodyPr rtlCol="0" anchor="ctr"/>
              <a:lstStyle/>
              <a:p>
                <a:pPr algn="ctr"/>
                <a:endParaRPr lang="zh-CN" altLang="en-US" dirty="0"/>
              </a:p>
            </p:txBody>
          </p:sp>
          <p:sp>
            <p:nvSpPr>
              <p:cNvPr id="77" name="矩形 76"/>
              <p:cNvSpPr/>
              <p:nvPr/>
            </p:nvSpPr>
            <p:spPr>
              <a:xfrm>
                <a:off x="4978466" y="2049364"/>
                <a:ext cx="1912703" cy="580586"/>
              </a:xfrm>
              <a:prstGeom prst="rect">
                <a:avLst/>
              </a:prstGeom>
            </p:spPr>
            <p:txBody>
              <a:bodyPr wrap="square">
                <a:noAutofit/>
              </a:bodyPr>
              <a:lstStyle/>
              <a:p>
                <a:pPr algn="ctr" fontAlgn="t"/>
                <a:r>
                  <a:rPr lang="vi-VN" altLang="vi-VN" sz="1600" b="1" kern="100" dirty="0">
                    <a:solidFill>
                      <a:sysClr val="window" lastClr="FFFFFF"/>
                    </a:solidFill>
                    <a:effectLst>
                      <a:outerShdw blurRad="38100" dist="38100" dir="2700000" algn="tl">
                        <a:srgbClr val="000000">
                          <a:alpha val="43137"/>
                        </a:srgbClr>
                      </a:outerShdw>
                    </a:effectLst>
                    <a:latin typeface="Noto Sans"/>
                    <a:ea typeface="Noto Sans"/>
                    <a:cs typeface="Times New Roman" panose="02020603050405020304" pitchFamily="18" charset="0"/>
                    <a:sym typeface="微软雅黑 Light" panose="020B0502040204020203" pitchFamily="34" charset="-122"/>
                  </a:rPr>
                  <a:t>Mở rộng </a:t>
                </a:r>
              </a:p>
              <a:p>
                <a:pPr algn="ctr" fontAlgn="t"/>
                <a:r>
                  <a:rPr lang="vi-VN" altLang="vi-VN" sz="1600" b="1" kern="100" dirty="0">
                    <a:solidFill>
                      <a:sysClr val="window" lastClr="FFFFFF"/>
                    </a:solidFill>
                    <a:effectLst>
                      <a:outerShdw blurRad="38100" dist="38100" dir="2700000" algn="tl">
                        <a:srgbClr val="000000">
                          <a:alpha val="43137"/>
                        </a:srgbClr>
                      </a:outerShdw>
                    </a:effectLst>
                    <a:latin typeface="Noto Sans"/>
                    <a:ea typeface="Noto Sans"/>
                    <a:cs typeface="Times New Roman" panose="02020603050405020304" pitchFamily="18" charset="0"/>
                    <a:sym typeface="微软雅黑 Light" panose="020B0502040204020203" pitchFamily="34" charset="-122"/>
                  </a:rPr>
                  <a:t>chức năng</a:t>
                </a:r>
                <a:endParaRPr lang="en-US" altLang="zh-CN" sz="1600" dirty="0">
                  <a:solidFill>
                    <a:sysClr val="window" lastClr="FFFFFF"/>
                  </a:solidFill>
                  <a:effectLst>
                    <a:outerShdw blurRad="38100" dist="38100" dir="2700000" algn="tl">
                      <a:srgbClr val="000000">
                        <a:alpha val="43137"/>
                      </a:srgbClr>
                    </a:outerShdw>
                  </a:effectLst>
                  <a:latin typeface="Noto Sans" panose="020B0502040504020204" pitchFamily="34" charset="0"/>
                  <a:ea typeface="方正兰亭粗黑简体" panose="02000000000000000000" pitchFamily="2" charset="-122"/>
                </a:endParaRPr>
              </a:p>
            </p:txBody>
          </p:sp>
        </p:grpSp>
        <p:sp>
          <p:nvSpPr>
            <p:cNvPr id="78" name="矩形 77"/>
            <p:cNvSpPr/>
            <p:nvPr/>
          </p:nvSpPr>
          <p:spPr>
            <a:xfrm>
              <a:off x="2145" y="5543"/>
              <a:ext cx="3544" cy="582"/>
            </a:xfrm>
            <a:prstGeom prst="rect">
              <a:avLst/>
            </a:prstGeom>
          </p:spPr>
          <p:txBody>
            <a:bodyPr wrap="square">
              <a:spAutoFit/>
            </a:bodyPr>
            <a:lstStyle/>
            <a:p>
              <a:pPr algn="ctr"/>
              <a:endParaRPr lang="zh-CN" altLang="en-US" sz="1865">
                <a:solidFill>
                  <a:srgbClr val="E7E6E6">
                    <a:lumMod val="10000"/>
                  </a:srgbClr>
                </a:solidFill>
              </a:endParaRPr>
            </a:p>
          </p:txBody>
        </p:sp>
        <p:sp>
          <p:nvSpPr>
            <p:cNvPr id="82" name="矩形 81"/>
            <p:cNvSpPr/>
            <p:nvPr/>
          </p:nvSpPr>
          <p:spPr>
            <a:xfrm>
              <a:off x="8290" y="3154"/>
              <a:ext cx="3125" cy="963"/>
            </a:xfrm>
            <a:prstGeom prst="rect">
              <a:avLst/>
            </a:prstGeom>
            <a:solidFill>
              <a:srgbClr val="7BA0CE"/>
            </a:solidFill>
            <a:ln w="12700" cap="flat" cmpd="sng" algn="ctr">
              <a:noFill/>
              <a:prstDash val="solid"/>
              <a:miter lim="800000"/>
            </a:ln>
            <a:effectLst/>
          </p:spPr>
          <p:txBody>
            <a:bodyPr rtlCol="0" anchor="ctr"/>
            <a:lstStyle/>
            <a:p>
              <a:pPr algn="ctr"/>
              <a:endParaRPr lang="zh-CN" altLang="en-US" dirty="0"/>
            </a:p>
          </p:txBody>
        </p:sp>
        <p:sp>
          <p:nvSpPr>
            <p:cNvPr id="83" name="矩形 82"/>
            <p:cNvSpPr/>
            <p:nvPr/>
          </p:nvSpPr>
          <p:spPr>
            <a:xfrm>
              <a:off x="7862" y="5699"/>
              <a:ext cx="3475" cy="2535"/>
            </a:xfrm>
            <a:prstGeom prst="rect">
              <a:avLst/>
            </a:prstGeom>
          </p:spPr>
          <p:txBody>
            <a:bodyPr wrap="square">
              <a:normAutofit/>
            </a:bodyPr>
            <a:lstStyle/>
            <a:p>
              <a:pPr marL="285750" indent="-285750" algn="just" defTabSz="913765">
                <a:lnSpc>
                  <a:spcPct val="100000"/>
                </a:lnSpc>
                <a:spcBef>
                  <a:spcPct val="0"/>
                </a:spcBef>
                <a:buFont typeface="Arial" panose="020B0604020202020204" pitchFamily="34" charset="0"/>
                <a:buChar char="•"/>
              </a:pPr>
              <a:r>
                <a:rPr lang="vi-VN" altLang="vi-VN" sz="1400" dirty="0">
                  <a:solidFill>
                    <a:prstClr val="black">
                      <a:lumMod val="65000"/>
                      <a:lumOff val="35000"/>
                    </a:prstClr>
                  </a:solidFill>
                  <a:latin typeface="Noto Sans"/>
                  <a:ea typeface="Noto Sans"/>
                  <a:cs typeface="Noto Sans" panose="020B0502040504020204" pitchFamily="34" charset="0"/>
                  <a:sym typeface="Calibri Light" panose="020F0302020204030204" pitchFamily="34" charset="0"/>
                </a:rPr>
                <a:t>Xây dựng phiên bản mobile app  cho khách hàng và chủ cửa hàng.</a:t>
              </a:r>
            </a:p>
            <a:p>
              <a:pPr marL="285750" indent="-285750" algn="just" defTabSz="913765">
                <a:lnSpc>
                  <a:spcPct val="100000"/>
                </a:lnSpc>
                <a:spcBef>
                  <a:spcPct val="0"/>
                </a:spcBef>
                <a:buFont typeface="Arial" panose="020B0604020202020204" pitchFamily="34" charset="0"/>
                <a:buChar char="•"/>
              </a:pPr>
              <a:r>
                <a:rPr lang="vi-VN" altLang="vi-VN" sz="1400" dirty="0">
                  <a:solidFill>
                    <a:prstClr val="black">
                      <a:lumMod val="65000"/>
                      <a:lumOff val="35000"/>
                    </a:prstClr>
                  </a:solidFill>
                  <a:latin typeface="Noto Sans"/>
                  <a:ea typeface="Noto Sans"/>
                  <a:cs typeface="Noto Sans" panose="020B0502040504020204" pitchFamily="34" charset="0"/>
                  <a:sym typeface="Calibri Light" panose="020F0302020204030204" pitchFamily="34" charset="0"/>
                </a:rPr>
                <a:t> Đồng bộ tài khoản, giỏ hàng và dữ liệu giữa web – mobile.</a:t>
              </a:r>
              <a:endParaRPr lang="zh-CN" altLang="en-US" sz="1400" dirty="0">
                <a:solidFill>
                  <a:srgbClr val="E7E6E6">
                    <a:lumMod val="10000"/>
                  </a:srgbClr>
                </a:solidFill>
              </a:endParaRPr>
            </a:p>
          </p:txBody>
        </p:sp>
        <p:sp>
          <p:nvSpPr>
            <p:cNvPr id="87" name="矩形 86"/>
            <p:cNvSpPr/>
            <p:nvPr/>
          </p:nvSpPr>
          <p:spPr>
            <a:xfrm>
              <a:off x="13791" y="3193"/>
              <a:ext cx="3125" cy="963"/>
            </a:xfrm>
            <a:prstGeom prst="rect">
              <a:avLst/>
            </a:prstGeom>
            <a:solidFill>
              <a:srgbClr val="7BA0CE"/>
            </a:solidFill>
            <a:ln w="12700" cap="flat" cmpd="sng" algn="ctr">
              <a:noFill/>
              <a:prstDash val="solid"/>
              <a:miter lim="800000"/>
            </a:ln>
            <a:effectLst/>
          </p:spPr>
          <p:txBody>
            <a:bodyPr rtlCol="0" anchor="ctr"/>
            <a:lstStyle/>
            <a:p>
              <a:pPr algn="ctr"/>
              <a:endParaRPr lang="zh-CN" altLang="en-US"/>
            </a:p>
          </p:txBody>
        </p:sp>
      </p:grpSp>
      <p:sp>
        <p:nvSpPr>
          <p:cNvPr id="91" name="矩形 90"/>
          <p:cNvSpPr/>
          <p:nvPr/>
        </p:nvSpPr>
        <p:spPr>
          <a:xfrm>
            <a:off x="5078805" y="1544683"/>
            <a:ext cx="2060520" cy="335280"/>
          </a:xfrm>
          <a:prstGeom prst="rect">
            <a:avLst/>
          </a:prstGeom>
        </p:spPr>
        <p:txBody>
          <a:bodyPr wrap="square">
            <a:noAutofit/>
          </a:bodyPr>
          <a:lstStyle/>
          <a:p>
            <a:pPr algn="ctr" fontAlgn="t"/>
            <a:r>
              <a:rPr lang="vi-VN" sz="1600" b="1" dirty="0">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rPr>
              <a:t>Phát triển đa </a:t>
            </a:r>
          </a:p>
          <a:p>
            <a:pPr algn="ctr" fontAlgn="t"/>
            <a:r>
              <a:rPr lang="vi-VN" sz="1600" b="1" dirty="0">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rPr>
              <a:t>nền tảng</a:t>
            </a:r>
            <a:endParaRPr lang="en-US" altLang="zh-CN" sz="1600" b="1" dirty="0">
              <a:solidFill>
                <a:sysClr val="window" lastClr="FFFFFF"/>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endParaRPr>
          </a:p>
        </p:txBody>
      </p:sp>
      <p:sp>
        <p:nvSpPr>
          <p:cNvPr id="92" name="矩形 91"/>
          <p:cNvSpPr/>
          <p:nvPr/>
        </p:nvSpPr>
        <p:spPr>
          <a:xfrm>
            <a:off x="8963312" y="1544683"/>
            <a:ext cx="2060520" cy="335280"/>
          </a:xfrm>
          <a:prstGeom prst="rect">
            <a:avLst/>
          </a:prstGeom>
        </p:spPr>
        <p:txBody>
          <a:bodyPr wrap="square">
            <a:noAutofit/>
          </a:bodyPr>
          <a:lstStyle/>
          <a:p>
            <a:pPr algn="ctr" fontAlgn="t"/>
            <a:r>
              <a:rPr lang="vi-VN" sz="1600" b="1" dirty="0">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rPr>
              <a:t>Tối ưu hóa</a:t>
            </a:r>
          </a:p>
          <a:p>
            <a:pPr algn="ctr" fontAlgn="t"/>
            <a:r>
              <a:rPr lang="vi-VN" sz="1600" b="1" dirty="0">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rPr>
              <a:t> hệ thống</a:t>
            </a:r>
            <a:endParaRPr lang="en-US" altLang="zh-CN" sz="1600" b="1" dirty="0">
              <a:solidFill>
                <a:sysClr val="window" lastClr="FFFFFF"/>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endParaRPr>
          </a:p>
        </p:txBody>
      </p:sp>
      <p:sp>
        <p:nvSpPr>
          <p:cNvPr id="93" name="矩形 92"/>
          <p:cNvSpPr/>
          <p:nvPr/>
        </p:nvSpPr>
        <p:spPr>
          <a:xfrm>
            <a:off x="904643" y="3340319"/>
            <a:ext cx="2771487" cy="2213276"/>
          </a:xfrm>
          <a:prstGeom prst="rect">
            <a:avLst/>
          </a:prstGeom>
        </p:spPr>
        <p:txBody>
          <a:bodyPr wrap="square">
            <a:normAutofit fontScale="92500" lnSpcReduction="10000"/>
          </a:bodyPr>
          <a:lstStyle/>
          <a:p>
            <a:pPr marL="285750" indent="-285750" defTabSz="913765">
              <a:lnSpc>
                <a:spcPct val="100000"/>
              </a:lnSpc>
              <a:spcBef>
                <a:spcPct val="0"/>
              </a:spcBef>
              <a:buFont typeface="Arial" panose="020B0604020202020204" pitchFamily="34" charset="0"/>
              <a:buChar char="•"/>
            </a:pPr>
            <a:r>
              <a:rPr lang="vi-VN" altLang="vi-VN" sz="1400" dirty="0">
                <a:solidFill>
                  <a:prstClr val="black">
                    <a:lumMod val="65000"/>
                    <a:lumOff val="35000"/>
                  </a:prstClr>
                </a:solidFill>
                <a:latin typeface="Noto Sans"/>
                <a:ea typeface="Noto Sans"/>
                <a:cs typeface="微软雅黑 Light" panose="020B0502040204020203" pitchFamily="34" charset="-122"/>
                <a:sym typeface="Calibri Light" panose="020F0302020204030204" pitchFamily="34" charset="0"/>
              </a:rPr>
              <a:t>Tích hợp AI để gợi ý sản phẩm nội thất theo phong cách và sở thích của khách hàng.</a:t>
            </a:r>
          </a:p>
          <a:p>
            <a:pPr marL="285750" indent="-285750" defTabSz="913765">
              <a:lnSpc>
                <a:spcPct val="100000"/>
              </a:lnSpc>
              <a:spcBef>
                <a:spcPct val="0"/>
              </a:spcBef>
              <a:buFont typeface="Arial" panose="020B0604020202020204" pitchFamily="34" charset="0"/>
              <a:buChar char="•"/>
            </a:pPr>
            <a:r>
              <a:rPr lang="vi-VN" altLang="vi-VN" sz="1400" dirty="0">
                <a:solidFill>
                  <a:prstClr val="black">
                    <a:lumMod val="65000"/>
                    <a:lumOff val="35000"/>
                  </a:prstClr>
                </a:solidFill>
                <a:latin typeface="Noto Sans"/>
                <a:ea typeface="Noto Sans"/>
                <a:cs typeface="微软雅黑 Light" panose="020B0502040204020203" pitchFamily="34" charset="-122"/>
                <a:sym typeface="Calibri Light" panose="020F0302020204030204" pitchFamily="34" charset="0"/>
              </a:rPr>
              <a:t> Hệ thống đề xuất chiến lược kinh doanh và gợi ý sản phẩm liên quan để tăng tỷ lệ mua hàng. </a:t>
            </a:r>
          </a:p>
          <a:p>
            <a:pPr marL="285750" indent="-285750" defTabSz="913765">
              <a:lnSpc>
                <a:spcPct val="100000"/>
              </a:lnSpc>
              <a:spcBef>
                <a:spcPct val="0"/>
              </a:spcBef>
              <a:buFont typeface="Arial" panose="020B0604020202020204" pitchFamily="34" charset="0"/>
              <a:buChar char="•"/>
            </a:pPr>
            <a:r>
              <a:rPr lang="vi-VN" altLang="vi-VN" sz="1400" dirty="0">
                <a:solidFill>
                  <a:prstClr val="black">
                    <a:lumMod val="65000"/>
                    <a:lumOff val="35000"/>
                  </a:prstClr>
                </a:solidFill>
                <a:latin typeface="Noto Sans"/>
                <a:ea typeface="Noto Sans"/>
                <a:cs typeface="微软雅黑 Light" panose="020B0502040204020203" pitchFamily="34" charset="-122"/>
                <a:sym typeface="Calibri Light" panose="020F0302020204030204" pitchFamily="34" charset="0"/>
              </a:rPr>
              <a:t>Thêm bộ lọc nâng cao: chất liệu, kích thước, màu sắc, mức giá…</a:t>
            </a:r>
            <a:endParaRPr lang="zh-CN" altLang="en-US" sz="1400" dirty="0">
              <a:solidFill>
                <a:srgbClr val="E7E6E6">
                  <a:lumMod val="10000"/>
                </a:srgbClr>
              </a:solidFill>
            </a:endParaRPr>
          </a:p>
        </p:txBody>
      </p:sp>
      <p:sp>
        <p:nvSpPr>
          <p:cNvPr id="94" name="矩形 93"/>
          <p:cNvSpPr/>
          <p:nvPr/>
        </p:nvSpPr>
        <p:spPr>
          <a:xfrm>
            <a:off x="8584689" y="3368026"/>
            <a:ext cx="2604037" cy="1636703"/>
          </a:xfrm>
          <a:prstGeom prst="rect">
            <a:avLst/>
          </a:prstGeom>
        </p:spPr>
        <p:txBody>
          <a:bodyPr wrap="square">
            <a:noAutofit/>
          </a:bodyPr>
          <a:lstStyle/>
          <a:p>
            <a:pPr marL="285750" indent="-285750" defTabSz="913765">
              <a:lnSpc>
                <a:spcPct val="100000"/>
              </a:lnSpc>
              <a:spcBef>
                <a:spcPct val="0"/>
              </a:spcBef>
              <a:buFont typeface="Arial" panose="020B0604020202020204" pitchFamily="34" charset="0"/>
              <a:buChar char="•"/>
            </a:pPr>
            <a:r>
              <a:rPr lang="vi-VN" altLang="vi-VN" sz="1400" dirty="0">
                <a:solidFill>
                  <a:prstClr val="black">
                    <a:lumMod val="65000"/>
                    <a:lumOff val="35000"/>
                  </a:prstClr>
                </a:solidFill>
                <a:latin typeface="Noto Sans"/>
                <a:ea typeface="Noto Sans"/>
                <a:cs typeface="微软雅黑 Light" panose="020B0502040204020203" pitchFamily="34" charset="-122"/>
                <a:sym typeface="Calibri Light" panose="020F0302020204030204" pitchFamily="34" charset="0"/>
              </a:rPr>
              <a:t>Nâng cao tốc độ xử lý và tối ưu truy vấn SQL.</a:t>
            </a:r>
          </a:p>
          <a:p>
            <a:pPr marL="285750" indent="-285750" defTabSz="913765">
              <a:lnSpc>
                <a:spcPct val="100000"/>
              </a:lnSpc>
              <a:spcBef>
                <a:spcPct val="0"/>
              </a:spcBef>
              <a:buFont typeface="Arial" panose="020B0604020202020204" pitchFamily="34" charset="0"/>
              <a:buChar char="•"/>
            </a:pPr>
            <a:r>
              <a:rPr lang="vi-VN" altLang="vi-VN" sz="1400" dirty="0">
                <a:solidFill>
                  <a:prstClr val="black">
                    <a:lumMod val="65000"/>
                    <a:lumOff val="35000"/>
                  </a:prstClr>
                </a:solidFill>
                <a:latin typeface="Noto Sans"/>
                <a:ea typeface="Noto Sans"/>
                <a:cs typeface="微软雅黑 Light" panose="020B0502040204020203" pitchFamily="34" charset="-122"/>
                <a:sym typeface="Calibri Light" panose="020F0302020204030204" pitchFamily="34" charset="0"/>
              </a:rPr>
              <a:t> Tăng cường bảo mật dữ liệu và tối ưu hiệu suất hệ thống.</a:t>
            </a:r>
            <a:endParaRPr lang="zh-CN" altLang="en-US" sz="1400" dirty="0">
              <a:solidFill>
                <a:srgbClr val="E7E6E6">
                  <a:lumMod val="10000"/>
                </a:srgbClr>
              </a:solidFill>
            </a:endParaRPr>
          </a:p>
        </p:txBody>
      </p:sp>
      <p:sp>
        <p:nvSpPr>
          <p:cNvPr id="95" name="Freeform 6"/>
          <p:cNvSpPr>
            <a:spLocks noEditPoints="1"/>
          </p:cNvSpPr>
          <p:nvPr/>
        </p:nvSpPr>
        <p:spPr bwMode="auto">
          <a:xfrm>
            <a:off x="1720356" y="2325061"/>
            <a:ext cx="1124585" cy="919480"/>
          </a:xfrm>
          <a:custGeom>
            <a:avLst/>
            <a:gdLst>
              <a:gd name="T0" fmla="*/ 725 w 1364"/>
              <a:gd name="T1" fmla="*/ 847 h 1123"/>
              <a:gd name="T2" fmla="*/ 51 w 1364"/>
              <a:gd name="T3" fmla="*/ 757 h 1123"/>
              <a:gd name="T4" fmla="*/ 1159 w 1364"/>
              <a:gd name="T5" fmla="*/ 786 h 1123"/>
              <a:gd name="T6" fmla="*/ 1143 w 1364"/>
              <a:gd name="T7" fmla="*/ 765 h 1123"/>
              <a:gd name="T8" fmla="*/ 720 w 1364"/>
              <a:gd name="T9" fmla="*/ 805 h 1123"/>
              <a:gd name="T10" fmla="*/ 57 w 1364"/>
              <a:gd name="T11" fmla="*/ 484 h 1123"/>
              <a:gd name="T12" fmla="*/ 733 w 1364"/>
              <a:gd name="T13" fmla="*/ 828 h 1123"/>
              <a:gd name="T14" fmla="*/ 1158 w 1364"/>
              <a:gd name="T15" fmla="*/ 621 h 1123"/>
              <a:gd name="T16" fmla="*/ 720 w 1364"/>
              <a:gd name="T17" fmla="*/ 805 h 1123"/>
              <a:gd name="T18" fmla="*/ 1001 w 1364"/>
              <a:gd name="T19" fmla="*/ 579 h 1123"/>
              <a:gd name="T20" fmla="*/ 990 w 1364"/>
              <a:gd name="T21" fmla="*/ 441 h 1123"/>
              <a:gd name="T22" fmla="*/ 284 w 1364"/>
              <a:gd name="T23" fmla="*/ 432 h 1123"/>
              <a:gd name="T24" fmla="*/ 71 w 1364"/>
              <a:gd name="T25" fmla="*/ 478 h 1123"/>
              <a:gd name="T26" fmla="*/ 720 w 1364"/>
              <a:gd name="T27" fmla="*/ 1101 h 1123"/>
              <a:gd name="T28" fmla="*/ 57 w 1364"/>
              <a:gd name="T29" fmla="*/ 780 h 1123"/>
              <a:gd name="T30" fmla="*/ 733 w 1364"/>
              <a:gd name="T31" fmla="*/ 1123 h 1123"/>
              <a:gd name="T32" fmla="*/ 1158 w 1364"/>
              <a:gd name="T33" fmla="*/ 917 h 1123"/>
              <a:gd name="T34" fmla="*/ 720 w 1364"/>
              <a:gd name="T35" fmla="*/ 1101 h 1123"/>
              <a:gd name="T36" fmla="*/ 1067 w 1364"/>
              <a:gd name="T37" fmla="*/ 344 h 1123"/>
              <a:gd name="T38" fmla="*/ 1056 w 1364"/>
              <a:gd name="T39" fmla="*/ 368 h 1123"/>
              <a:gd name="T40" fmla="*/ 1063 w 1364"/>
              <a:gd name="T41" fmla="*/ 404 h 1123"/>
              <a:gd name="T42" fmla="*/ 1035 w 1364"/>
              <a:gd name="T43" fmla="*/ 562 h 1123"/>
              <a:gd name="T44" fmla="*/ 1115 w 1364"/>
              <a:gd name="T45" fmla="*/ 422 h 1123"/>
              <a:gd name="T46" fmla="*/ 1106 w 1364"/>
              <a:gd name="T47" fmla="*/ 389 h 1123"/>
              <a:gd name="T48" fmla="*/ 1114 w 1364"/>
              <a:gd name="T49" fmla="*/ 352 h 1123"/>
              <a:gd name="T50" fmla="*/ 1104 w 1364"/>
              <a:gd name="T51" fmla="*/ 226 h 1123"/>
              <a:gd name="T52" fmla="*/ 1356 w 1364"/>
              <a:gd name="T53" fmla="*/ 174 h 1123"/>
              <a:gd name="T54" fmla="*/ 773 w 1364"/>
              <a:gd name="T55" fmla="*/ 4 h 1123"/>
              <a:gd name="T56" fmla="*/ 413 w 1364"/>
              <a:gd name="T57" fmla="*/ 28 h 1123"/>
              <a:gd name="T58" fmla="*/ 11 w 1364"/>
              <a:gd name="T59" fmla="*/ 76 h 1123"/>
              <a:gd name="T60" fmla="*/ 480 w 1364"/>
              <a:gd name="T61" fmla="*/ 323 h 1123"/>
              <a:gd name="T62" fmla="*/ 1039 w 1364"/>
              <a:gd name="T63" fmla="*/ 238 h 1123"/>
              <a:gd name="T64" fmla="*/ 628 w 1364"/>
              <a:gd name="T65" fmla="*/ 161 h 1123"/>
              <a:gd name="T66" fmla="*/ 1054 w 1364"/>
              <a:gd name="T67" fmla="*/ 204 h 1123"/>
              <a:gd name="T68" fmla="*/ 961 w 1364"/>
              <a:gd name="T69" fmla="*/ 281 h 1123"/>
              <a:gd name="T70" fmla="*/ 315 w 1364"/>
              <a:gd name="T71" fmla="*/ 432 h 1123"/>
              <a:gd name="T72" fmla="*/ 466 w 1364"/>
              <a:gd name="T73" fmla="*/ 350 h 1123"/>
              <a:gd name="T74" fmla="*/ 961 w 1364"/>
              <a:gd name="T75" fmla="*/ 281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64" h="1123">
                <a:moveTo>
                  <a:pt x="717" y="953"/>
                </a:moveTo>
                <a:cubicBezTo>
                  <a:pt x="707" y="917"/>
                  <a:pt x="707" y="881"/>
                  <a:pt x="725" y="847"/>
                </a:cubicBezTo>
                <a:lnTo>
                  <a:pt x="54" y="632"/>
                </a:lnTo>
                <a:cubicBezTo>
                  <a:pt x="28" y="665"/>
                  <a:pt x="21" y="710"/>
                  <a:pt x="51" y="757"/>
                </a:cubicBezTo>
                <a:lnTo>
                  <a:pt x="730" y="975"/>
                </a:lnTo>
                <a:lnTo>
                  <a:pt x="1159" y="786"/>
                </a:lnTo>
                <a:cubicBezTo>
                  <a:pt x="1170" y="781"/>
                  <a:pt x="1169" y="773"/>
                  <a:pt x="1155" y="768"/>
                </a:cubicBezTo>
                <a:lnTo>
                  <a:pt x="1143" y="765"/>
                </a:lnTo>
                <a:lnTo>
                  <a:pt x="717" y="953"/>
                </a:lnTo>
                <a:close/>
                <a:moveTo>
                  <a:pt x="720" y="805"/>
                </a:moveTo>
                <a:cubicBezTo>
                  <a:pt x="710" y="770"/>
                  <a:pt x="710" y="734"/>
                  <a:pt x="729" y="700"/>
                </a:cubicBezTo>
                <a:lnTo>
                  <a:pt x="57" y="484"/>
                </a:lnTo>
                <a:cubicBezTo>
                  <a:pt x="31" y="518"/>
                  <a:pt x="24" y="563"/>
                  <a:pt x="55" y="610"/>
                </a:cubicBezTo>
                <a:lnTo>
                  <a:pt x="733" y="828"/>
                </a:lnTo>
                <a:lnTo>
                  <a:pt x="1162" y="639"/>
                </a:lnTo>
                <a:cubicBezTo>
                  <a:pt x="1174" y="633"/>
                  <a:pt x="1172" y="626"/>
                  <a:pt x="1158" y="621"/>
                </a:cubicBezTo>
                <a:lnTo>
                  <a:pt x="1146" y="617"/>
                </a:lnTo>
                <a:lnTo>
                  <a:pt x="720" y="805"/>
                </a:lnTo>
                <a:close/>
                <a:moveTo>
                  <a:pt x="742" y="694"/>
                </a:moveTo>
                <a:lnTo>
                  <a:pt x="1001" y="579"/>
                </a:lnTo>
                <a:lnTo>
                  <a:pt x="1021" y="451"/>
                </a:lnTo>
                <a:lnTo>
                  <a:pt x="990" y="441"/>
                </a:lnTo>
                <a:cubicBezTo>
                  <a:pt x="976" y="548"/>
                  <a:pt x="711" y="556"/>
                  <a:pt x="638" y="556"/>
                </a:cubicBezTo>
                <a:cubicBezTo>
                  <a:pt x="562" y="556"/>
                  <a:pt x="284" y="548"/>
                  <a:pt x="284" y="432"/>
                </a:cubicBezTo>
                <a:lnTo>
                  <a:pt x="284" y="384"/>
                </a:lnTo>
                <a:lnTo>
                  <a:pt x="71" y="478"/>
                </a:lnTo>
                <a:lnTo>
                  <a:pt x="742" y="694"/>
                </a:lnTo>
                <a:close/>
                <a:moveTo>
                  <a:pt x="720" y="1101"/>
                </a:moveTo>
                <a:cubicBezTo>
                  <a:pt x="710" y="1066"/>
                  <a:pt x="710" y="1030"/>
                  <a:pt x="728" y="995"/>
                </a:cubicBezTo>
                <a:lnTo>
                  <a:pt x="57" y="780"/>
                </a:lnTo>
                <a:cubicBezTo>
                  <a:pt x="31" y="814"/>
                  <a:pt x="24" y="858"/>
                  <a:pt x="54" y="906"/>
                </a:cubicBezTo>
                <a:lnTo>
                  <a:pt x="733" y="1123"/>
                </a:lnTo>
                <a:lnTo>
                  <a:pt x="1162" y="934"/>
                </a:lnTo>
                <a:cubicBezTo>
                  <a:pt x="1173" y="929"/>
                  <a:pt x="1171" y="921"/>
                  <a:pt x="1158" y="917"/>
                </a:cubicBezTo>
                <a:lnTo>
                  <a:pt x="1146" y="913"/>
                </a:lnTo>
                <a:lnTo>
                  <a:pt x="720" y="1101"/>
                </a:lnTo>
                <a:close/>
                <a:moveTo>
                  <a:pt x="1067" y="219"/>
                </a:moveTo>
                <a:lnTo>
                  <a:pt x="1067" y="344"/>
                </a:lnTo>
                <a:cubicBezTo>
                  <a:pt x="1062" y="345"/>
                  <a:pt x="1058" y="348"/>
                  <a:pt x="1058" y="352"/>
                </a:cubicBezTo>
                <a:lnTo>
                  <a:pt x="1056" y="368"/>
                </a:lnTo>
                <a:cubicBezTo>
                  <a:pt x="1056" y="378"/>
                  <a:pt x="1065" y="382"/>
                  <a:pt x="1064" y="389"/>
                </a:cubicBezTo>
                <a:lnTo>
                  <a:pt x="1063" y="404"/>
                </a:lnTo>
                <a:cubicBezTo>
                  <a:pt x="1063" y="410"/>
                  <a:pt x="1057" y="415"/>
                  <a:pt x="1056" y="422"/>
                </a:cubicBezTo>
                <a:lnTo>
                  <a:pt x="1035" y="562"/>
                </a:lnTo>
                <a:cubicBezTo>
                  <a:pt x="1043" y="579"/>
                  <a:pt x="1127" y="579"/>
                  <a:pt x="1136" y="562"/>
                </a:cubicBezTo>
                <a:lnTo>
                  <a:pt x="1115" y="422"/>
                </a:lnTo>
                <a:cubicBezTo>
                  <a:pt x="1114" y="415"/>
                  <a:pt x="1108" y="410"/>
                  <a:pt x="1107" y="404"/>
                </a:cubicBezTo>
                <a:lnTo>
                  <a:pt x="1106" y="389"/>
                </a:lnTo>
                <a:cubicBezTo>
                  <a:pt x="1106" y="381"/>
                  <a:pt x="1115" y="379"/>
                  <a:pt x="1115" y="369"/>
                </a:cubicBezTo>
                <a:lnTo>
                  <a:pt x="1114" y="352"/>
                </a:lnTo>
                <a:cubicBezTo>
                  <a:pt x="1113" y="347"/>
                  <a:pt x="1109" y="344"/>
                  <a:pt x="1104" y="344"/>
                </a:cubicBezTo>
                <a:cubicBezTo>
                  <a:pt x="1104" y="218"/>
                  <a:pt x="1104" y="362"/>
                  <a:pt x="1104" y="226"/>
                </a:cubicBezTo>
                <a:lnTo>
                  <a:pt x="1356" y="183"/>
                </a:lnTo>
                <a:cubicBezTo>
                  <a:pt x="1362" y="182"/>
                  <a:pt x="1364" y="177"/>
                  <a:pt x="1356" y="174"/>
                </a:cubicBezTo>
                <a:cubicBezTo>
                  <a:pt x="1235" y="139"/>
                  <a:pt x="1125" y="107"/>
                  <a:pt x="1024" y="77"/>
                </a:cubicBezTo>
                <a:cubicBezTo>
                  <a:pt x="934" y="51"/>
                  <a:pt x="850" y="26"/>
                  <a:pt x="773" y="4"/>
                </a:cubicBezTo>
                <a:cubicBezTo>
                  <a:pt x="759" y="0"/>
                  <a:pt x="750" y="0"/>
                  <a:pt x="736" y="1"/>
                </a:cubicBezTo>
                <a:cubicBezTo>
                  <a:pt x="635" y="9"/>
                  <a:pt x="527" y="18"/>
                  <a:pt x="413" y="28"/>
                </a:cubicBezTo>
                <a:cubicBezTo>
                  <a:pt x="289" y="39"/>
                  <a:pt x="155" y="50"/>
                  <a:pt x="12" y="62"/>
                </a:cubicBezTo>
                <a:cubicBezTo>
                  <a:pt x="0" y="64"/>
                  <a:pt x="3" y="73"/>
                  <a:pt x="11" y="76"/>
                </a:cubicBezTo>
                <a:cubicBezTo>
                  <a:pt x="68" y="106"/>
                  <a:pt x="130" y="139"/>
                  <a:pt x="198" y="175"/>
                </a:cubicBezTo>
                <a:cubicBezTo>
                  <a:pt x="281" y="219"/>
                  <a:pt x="374" y="268"/>
                  <a:pt x="480" y="323"/>
                </a:cubicBezTo>
                <a:cubicBezTo>
                  <a:pt x="489" y="328"/>
                  <a:pt x="508" y="330"/>
                  <a:pt x="523" y="327"/>
                </a:cubicBezTo>
                <a:cubicBezTo>
                  <a:pt x="695" y="298"/>
                  <a:pt x="867" y="268"/>
                  <a:pt x="1039" y="238"/>
                </a:cubicBezTo>
                <a:cubicBezTo>
                  <a:pt x="1038" y="232"/>
                  <a:pt x="1036" y="229"/>
                  <a:pt x="1029" y="227"/>
                </a:cubicBezTo>
                <a:lnTo>
                  <a:pt x="628" y="161"/>
                </a:lnTo>
                <a:cubicBezTo>
                  <a:pt x="593" y="156"/>
                  <a:pt x="599" y="131"/>
                  <a:pt x="619" y="134"/>
                </a:cubicBezTo>
                <a:lnTo>
                  <a:pt x="1054" y="204"/>
                </a:lnTo>
                <a:cubicBezTo>
                  <a:pt x="1062" y="206"/>
                  <a:pt x="1066" y="211"/>
                  <a:pt x="1067" y="219"/>
                </a:cubicBezTo>
                <a:close/>
                <a:moveTo>
                  <a:pt x="961" y="281"/>
                </a:moveTo>
                <a:lnTo>
                  <a:pt x="961" y="432"/>
                </a:lnTo>
                <a:cubicBezTo>
                  <a:pt x="961" y="557"/>
                  <a:pt x="315" y="557"/>
                  <a:pt x="315" y="432"/>
                </a:cubicBezTo>
                <a:lnTo>
                  <a:pt x="315" y="270"/>
                </a:lnTo>
                <a:cubicBezTo>
                  <a:pt x="365" y="296"/>
                  <a:pt x="415" y="323"/>
                  <a:pt x="466" y="350"/>
                </a:cubicBezTo>
                <a:cubicBezTo>
                  <a:pt x="483" y="359"/>
                  <a:pt x="509" y="360"/>
                  <a:pt x="528" y="357"/>
                </a:cubicBezTo>
                <a:cubicBezTo>
                  <a:pt x="672" y="331"/>
                  <a:pt x="816" y="306"/>
                  <a:pt x="961" y="281"/>
                </a:cubicBezTo>
                <a:close/>
              </a:path>
            </a:pathLst>
          </a:custGeom>
          <a:solidFill>
            <a:srgbClr val="4F80B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96" name="Freeform 6"/>
          <p:cNvSpPr>
            <a:spLocks noEditPoints="1"/>
          </p:cNvSpPr>
          <p:nvPr/>
        </p:nvSpPr>
        <p:spPr bwMode="auto">
          <a:xfrm>
            <a:off x="5652050" y="2325061"/>
            <a:ext cx="1124585" cy="919480"/>
          </a:xfrm>
          <a:custGeom>
            <a:avLst/>
            <a:gdLst>
              <a:gd name="T0" fmla="*/ 725 w 1364"/>
              <a:gd name="T1" fmla="*/ 847 h 1123"/>
              <a:gd name="T2" fmla="*/ 51 w 1364"/>
              <a:gd name="T3" fmla="*/ 757 h 1123"/>
              <a:gd name="T4" fmla="*/ 1159 w 1364"/>
              <a:gd name="T5" fmla="*/ 786 h 1123"/>
              <a:gd name="T6" fmla="*/ 1143 w 1364"/>
              <a:gd name="T7" fmla="*/ 765 h 1123"/>
              <a:gd name="T8" fmla="*/ 720 w 1364"/>
              <a:gd name="T9" fmla="*/ 805 h 1123"/>
              <a:gd name="T10" fmla="*/ 57 w 1364"/>
              <a:gd name="T11" fmla="*/ 484 h 1123"/>
              <a:gd name="T12" fmla="*/ 733 w 1364"/>
              <a:gd name="T13" fmla="*/ 828 h 1123"/>
              <a:gd name="T14" fmla="*/ 1158 w 1364"/>
              <a:gd name="T15" fmla="*/ 621 h 1123"/>
              <a:gd name="T16" fmla="*/ 720 w 1364"/>
              <a:gd name="T17" fmla="*/ 805 h 1123"/>
              <a:gd name="T18" fmla="*/ 1001 w 1364"/>
              <a:gd name="T19" fmla="*/ 579 h 1123"/>
              <a:gd name="T20" fmla="*/ 990 w 1364"/>
              <a:gd name="T21" fmla="*/ 441 h 1123"/>
              <a:gd name="T22" fmla="*/ 284 w 1364"/>
              <a:gd name="T23" fmla="*/ 432 h 1123"/>
              <a:gd name="T24" fmla="*/ 71 w 1364"/>
              <a:gd name="T25" fmla="*/ 478 h 1123"/>
              <a:gd name="T26" fmla="*/ 720 w 1364"/>
              <a:gd name="T27" fmla="*/ 1101 h 1123"/>
              <a:gd name="T28" fmla="*/ 57 w 1364"/>
              <a:gd name="T29" fmla="*/ 780 h 1123"/>
              <a:gd name="T30" fmla="*/ 733 w 1364"/>
              <a:gd name="T31" fmla="*/ 1123 h 1123"/>
              <a:gd name="T32" fmla="*/ 1158 w 1364"/>
              <a:gd name="T33" fmla="*/ 917 h 1123"/>
              <a:gd name="T34" fmla="*/ 720 w 1364"/>
              <a:gd name="T35" fmla="*/ 1101 h 1123"/>
              <a:gd name="T36" fmla="*/ 1067 w 1364"/>
              <a:gd name="T37" fmla="*/ 344 h 1123"/>
              <a:gd name="T38" fmla="*/ 1056 w 1364"/>
              <a:gd name="T39" fmla="*/ 368 h 1123"/>
              <a:gd name="T40" fmla="*/ 1063 w 1364"/>
              <a:gd name="T41" fmla="*/ 404 h 1123"/>
              <a:gd name="T42" fmla="*/ 1035 w 1364"/>
              <a:gd name="T43" fmla="*/ 562 h 1123"/>
              <a:gd name="T44" fmla="*/ 1115 w 1364"/>
              <a:gd name="T45" fmla="*/ 422 h 1123"/>
              <a:gd name="T46" fmla="*/ 1106 w 1364"/>
              <a:gd name="T47" fmla="*/ 389 h 1123"/>
              <a:gd name="T48" fmla="*/ 1114 w 1364"/>
              <a:gd name="T49" fmla="*/ 352 h 1123"/>
              <a:gd name="T50" fmla="*/ 1104 w 1364"/>
              <a:gd name="T51" fmla="*/ 226 h 1123"/>
              <a:gd name="T52" fmla="*/ 1356 w 1364"/>
              <a:gd name="T53" fmla="*/ 174 h 1123"/>
              <a:gd name="T54" fmla="*/ 773 w 1364"/>
              <a:gd name="T55" fmla="*/ 4 h 1123"/>
              <a:gd name="T56" fmla="*/ 413 w 1364"/>
              <a:gd name="T57" fmla="*/ 28 h 1123"/>
              <a:gd name="T58" fmla="*/ 11 w 1364"/>
              <a:gd name="T59" fmla="*/ 76 h 1123"/>
              <a:gd name="T60" fmla="*/ 480 w 1364"/>
              <a:gd name="T61" fmla="*/ 323 h 1123"/>
              <a:gd name="T62" fmla="*/ 1039 w 1364"/>
              <a:gd name="T63" fmla="*/ 238 h 1123"/>
              <a:gd name="T64" fmla="*/ 628 w 1364"/>
              <a:gd name="T65" fmla="*/ 161 h 1123"/>
              <a:gd name="T66" fmla="*/ 1054 w 1364"/>
              <a:gd name="T67" fmla="*/ 204 h 1123"/>
              <a:gd name="T68" fmla="*/ 961 w 1364"/>
              <a:gd name="T69" fmla="*/ 281 h 1123"/>
              <a:gd name="T70" fmla="*/ 315 w 1364"/>
              <a:gd name="T71" fmla="*/ 432 h 1123"/>
              <a:gd name="T72" fmla="*/ 466 w 1364"/>
              <a:gd name="T73" fmla="*/ 350 h 1123"/>
              <a:gd name="T74" fmla="*/ 961 w 1364"/>
              <a:gd name="T75" fmla="*/ 281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64" h="1123">
                <a:moveTo>
                  <a:pt x="717" y="953"/>
                </a:moveTo>
                <a:cubicBezTo>
                  <a:pt x="707" y="917"/>
                  <a:pt x="707" y="881"/>
                  <a:pt x="725" y="847"/>
                </a:cubicBezTo>
                <a:lnTo>
                  <a:pt x="54" y="632"/>
                </a:lnTo>
                <a:cubicBezTo>
                  <a:pt x="28" y="665"/>
                  <a:pt x="21" y="710"/>
                  <a:pt x="51" y="757"/>
                </a:cubicBezTo>
                <a:lnTo>
                  <a:pt x="730" y="975"/>
                </a:lnTo>
                <a:lnTo>
                  <a:pt x="1159" y="786"/>
                </a:lnTo>
                <a:cubicBezTo>
                  <a:pt x="1170" y="781"/>
                  <a:pt x="1169" y="773"/>
                  <a:pt x="1155" y="768"/>
                </a:cubicBezTo>
                <a:lnTo>
                  <a:pt x="1143" y="765"/>
                </a:lnTo>
                <a:lnTo>
                  <a:pt x="717" y="953"/>
                </a:lnTo>
                <a:close/>
                <a:moveTo>
                  <a:pt x="720" y="805"/>
                </a:moveTo>
                <a:cubicBezTo>
                  <a:pt x="710" y="770"/>
                  <a:pt x="710" y="734"/>
                  <a:pt x="729" y="700"/>
                </a:cubicBezTo>
                <a:lnTo>
                  <a:pt x="57" y="484"/>
                </a:lnTo>
                <a:cubicBezTo>
                  <a:pt x="31" y="518"/>
                  <a:pt x="24" y="563"/>
                  <a:pt x="55" y="610"/>
                </a:cubicBezTo>
                <a:lnTo>
                  <a:pt x="733" y="828"/>
                </a:lnTo>
                <a:lnTo>
                  <a:pt x="1162" y="639"/>
                </a:lnTo>
                <a:cubicBezTo>
                  <a:pt x="1174" y="633"/>
                  <a:pt x="1172" y="626"/>
                  <a:pt x="1158" y="621"/>
                </a:cubicBezTo>
                <a:lnTo>
                  <a:pt x="1146" y="617"/>
                </a:lnTo>
                <a:lnTo>
                  <a:pt x="720" y="805"/>
                </a:lnTo>
                <a:close/>
                <a:moveTo>
                  <a:pt x="742" y="694"/>
                </a:moveTo>
                <a:lnTo>
                  <a:pt x="1001" y="579"/>
                </a:lnTo>
                <a:lnTo>
                  <a:pt x="1021" y="451"/>
                </a:lnTo>
                <a:lnTo>
                  <a:pt x="990" y="441"/>
                </a:lnTo>
                <a:cubicBezTo>
                  <a:pt x="976" y="548"/>
                  <a:pt x="711" y="556"/>
                  <a:pt x="638" y="556"/>
                </a:cubicBezTo>
                <a:cubicBezTo>
                  <a:pt x="562" y="556"/>
                  <a:pt x="284" y="548"/>
                  <a:pt x="284" y="432"/>
                </a:cubicBezTo>
                <a:lnTo>
                  <a:pt x="284" y="384"/>
                </a:lnTo>
                <a:lnTo>
                  <a:pt x="71" y="478"/>
                </a:lnTo>
                <a:lnTo>
                  <a:pt x="742" y="694"/>
                </a:lnTo>
                <a:close/>
                <a:moveTo>
                  <a:pt x="720" y="1101"/>
                </a:moveTo>
                <a:cubicBezTo>
                  <a:pt x="710" y="1066"/>
                  <a:pt x="710" y="1030"/>
                  <a:pt x="728" y="995"/>
                </a:cubicBezTo>
                <a:lnTo>
                  <a:pt x="57" y="780"/>
                </a:lnTo>
                <a:cubicBezTo>
                  <a:pt x="31" y="814"/>
                  <a:pt x="24" y="858"/>
                  <a:pt x="54" y="906"/>
                </a:cubicBezTo>
                <a:lnTo>
                  <a:pt x="733" y="1123"/>
                </a:lnTo>
                <a:lnTo>
                  <a:pt x="1162" y="934"/>
                </a:lnTo>
                <a:cubicBezTo>
                  <a:pt x="1173" y="929"/>
                  <a:pt x="1171" y="921"/>
                  <a:pt x="1158" y="917"/>
                </a:cubicBezTo>
                <a:lnTo>
                  <a:pt x="1146" y="913"/>
                </a:lnTo>
                <a:lnTo>
                  <a:pt x="720" y="1101"/>
                </a:lnTo>
                <a:close/>
                <a:moveTo>
                  <a:pt x="1067" y="219"/>
                </a:moveTo>
                <a:lnTo>
                  <a:pt x="1067" y="344"/>
                </a:lnTo>
                <a:cubicBezTo>
                  <a:pt x="1062" y="345"/>
                  <a:pt x="1058" y="348"/>
                  <a:pt x="1058" y="352"/>
                </a:cubicBezTo>
                <a:lnTo>
                  <a:pt x="1056" y="368"/>
                </a:lnTo>
                <a:cubicBezTo>
                  <a:pt x="1056" y="378"/>
                  <a:pt x="1065" y="382"/>
                  <a:pt x="1064" y="389"/>
                </a:cubicBezTo>
                <a:lnTo>
                  <a:pt x="1063" y="404"/>
                </a:lnTo>
                <a:cubicBezTo>
                  <a:pt x="1063" y="410"/>
                  <a:pt x="1057" y="415"/>
                  <a:pt x="1056" y="422"/>
                </a:cubicBezTo>
                <a:lnTo>
                  <a:pt x="1035" y="562"/>
                </a:lnTo>
                <a:cubicBezTo>
                  <a:pt x="1043" y="579"/>
                  <a:pt x="1127" y="579"/>
                  <a:pt x="1136" y="562"/>
                </a:cubicBezTo>
                <a:lnTo>
                  <a:pt x="1115" y="422"/>
                </a:lnTo>
                <a:cubicBezTo>
                  <a:pt x="1114" y="415"/>
                  <a:pt x="1108" y="410"/>
                  <a:pt x="1107" y="404"/>
                </a:cubicBezTo>
                <a:lnTo>
                  <a:pt x="1106" y="389"/>
                </a:lnTo>
                <a:cubicBezTo>
                  <a:pt x="1106" y="381"/>
                  <a:pt x="1115" y="379"/>
                  <a:pt x="1115" y="369"/>
                </a:cubicBezTo>
                <a:lnTo>
                  <a:pt x="1114" y="352"/>
                </a:lnTo>
                <a:cubicBezTo>
                  <a:pt x="1113" y="347"/>
                  <a:pt x="1109" y="344"/>
                  <a:pt x="1104" y="344"/>
                </a:cubicBezTo>
                <a:cubicBezTo>
                  <a:pt x="1104" y="218"/>
                  <a:pt x="1104" y="362"/>
                  <a:pt x="1104" y="226"/>
                </a:cubicBezTo>
                <a:lnTo>
                  <a:pt x="1356" y="183"/>
                </a:lnTo>
                <a:cubicBezTo>
                  <a:pt x="1362" y="182"/>
                  <a:pt x="1364" y="177"/>
                  <a:pt x="1356" y="174"/>
                </a:cubicBezTo>
                <a:cubicBezTo>
                  <a:pt x="1235" y="139"/>
                  <a:pt x="1125" y="107"/>
                  <a:pt x="1024" y="77"/>
                </a:cubicBezTo>
                <a:cubicBezTo>
                  <a:pt x="934" y="51"/>
                  <a:pt x="850" y="26"/>
                  <a:pt x="773" y="4"/>
                </a:cubicBezTo>
                <a:cubicBezTo>
                  <a:pt x="759" y="0"/>
                  <a:pt x="750" y="0"/>
                  <a:pt x="736" y="1"/>
                </a:cubicBezTo>
                <a:cubicBezTo>
                  <a:pt x="635" y="9"/>
                  <a:pt x="527" y="18"/>
                  <a:pt x="413" y="28"/>
                </a:cubicBezTo>
                <a:cubicBezTo>
                  <a:pt x="289" y="39"/>
                  <a:pt x="155" y="50"/>
                  <a:pt x="12" y="62"/>
                </a:cubicBezTo>
                <a:cubicBezTo>
                  <a:pt x="0" y="64"/>
                  <a:pt x="3" y="73"/>
                  <a:pt x="11" y="76"/>
                </a:cubicBezTo>
                <a:cubicBezTo>
                  <a:pt x="68" y="106"/>
                  <a:pt x="130" y="139"/>
                  <a:pt x="198" y="175"/>
                </a:cubicBezTo>
                <a:cubicBezTo>
                  <a:pt x="281" y="219"/>
                  <a:pt x="374" y="268"/>
                  <a:pt x="480" y="323"/>
                </a:cubicBezTo>
                <a:cubicBezTo>
                  <a:pt x="489" y="328"/>
                  <a:pt x="508" y="330"/>
                  <a:pt x="523" y="327"/>
                </a:cubicBezTo>
                <a:cubicBezTo>
                  <a:pt x="695" y="298"/>
                  <a:pt x="867" y="268"/>
                  <a:pt x="1039" y="238"/>
                </a:cubicBezTo>
                <a:cubicBezTo>
                  <a:pt x="1038" y="232"/>
                  <a:pt x="1036" y="229"/>
                  <a:pt x="1029" y="227"/>
                </a:cubicBezTo>
                <a:lnTo>
                  <a:pt x="628" y="161"/>
                </a:lnTo>
                <a:cubicBezTo>
                  <a:pt x="593" y="156"/>
                  <a:pt x="599" y="131"/>
                  <a:pt x="619" y="134"/>
                </a:cubicBezTo>
                <a:lnTo>
                  <a:pt x="1054" y="204"/>
                </a:lnTo>
                <a:cubicBezTo>
                  <a:pt x="1062" y="206"/>
                  <a:pt x="1066" y="211"/>
                  <a:pt x="1067" y="219"/>
                </a:cubicBezTo>
                <a:close/>
                <a:moveTo>
                  <a:pt x="961" y="281"/>
                </a:moveTo>
                <a:lnTo>
                  <a:pt x="961" y="432"/>
                </a:lnTo>
                <a:cubicBezTo>
                  <a:pt x="961" y="557"/>
                  <a:pt x="315" y="557"/>
                  <a:pt x="315" y="432"/>
                </a:cubicBezTo>
                <a:lnTo>
                  <a:pt x="315" y="270"/>
                </a:lnTo>
                <a:cubicBezTo>
                  <a:pt x="365" y="296"/>
                  <a:pt x="415" y="323"/>
                  <a:pt x="466" y="350"/>
                </a:cubicBezTo>
                <a:cubicBezTo>
                  <a:pt x="483" y="359"/>
                  <a:pt x="509" y="360"/>
                  <a:pt x="528" y="357"/>
                </a:cubicBezTo>
                <a:cubicBezTo>
                  <a:pt x="672" y="331"/>
                  <a:pt x="816" y="306"/>
                  <a:pt x="961" y="281"/>
                </a:cubicBezTo>
                <a:close/>
              </a:path>
            </a:pathLst>
          </a:custGeom>
          <a:solidFill>
            <a:srgbClr val="4F80B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97" name="Freeform 6"/>
          <p:cNvSpPr>
            <a:spLocks noEditPoints="1"/>
          </p:cNvSpPr>
          <p:nvPr/>
        </p:nvSpPr>
        <p:spPr bwMode="auto">
          <a:xfrm>
            <a:off x="9485630" y="2326966"/>
            <a:ext cx="1124585" cy="919480"/>
          </a:xfrm>
          <a:custGeom>
            <a:avLst/>
            <a:gdLst>
              <a:gd name="T0" fmla="*/ 725 w 1364"/>
              <a:gd name="T1" fmla="*/ 847 h 1123"/>
              <a:gd name="T2" fmla="*/ 51 w 1364"/>
              <a:gd name="T3" fmla="*/ 757 h 1123"/>
              <a:gd name="T4" fmla="*/ 1159 w 1364"/>
              <a:gd name="T5" fmla="*/ 786 h 1123"/>
              <a:gd name="T6" fmla="*/ 1143 w 1364"/>
              <a:gd name="T7" fmla="*/ 765 h 1123"/>
              <a:gd name="T8" fmla="*/ 720 w 1364"/>
              <a:gd name="T9" fmla="*/ 805 h 1123"/>
              <a:gd name="T10" fmla="*/ 57 w 1364"/>
              <a:gd name="T11" fmla="*/ 484 h 1123"/>
              <a:gd name="T12" fmla="*/ 733 w 1364"/>
              <a:gd name="T13" fmla="*/ 828 h 1123"/>
              <a:gd name="T14" fmla="*/ 1158 w 1364"/>
              <a:gd name="T15" fmla="*/ 621 h 1123"/>
              <a:gd name="T16" fmla="*/ 720 w 1364"/>
              <a:gd name="T17" fmla="*/ 805 h 1123"/>
              <a:gd name="T18" fmla="*/ 1001 w 1364"/>
              <a:gd name="T19" fmla="*/ 579 h 1123"/>
              <a:gd name="T20" fmla="*/ 990 w 1364"/>
              <a:gd name="T21" fmla="*/ 441 h 1123"/>
              <a:gd name="T22" fmla="*/ 284 w 1364"/>
              <a:gd name="T23" fmla="*/ 432 h 1123"/>
              <a:gd name="T24" fmla="*/ 71 w 1364"/>
              <a:gd name="T25" fmla="*/ 478 h 1123"/>
              <a:gd name="T26" fmla="*/ 720 w 1364"/>
              <a:gd name="T27" fmla="*/ 1101 h 1123"/>
              <a:gd name="T28" fmla="*/ 57 w 1364"/>
              <a:gd name="T29" fmla="*/ 780 h 1123"/>
              <a:gd name="T30" fmla="*/ 733 w 1364"/>
              <a:gd name="T31" fmla="*/ 1123 h 1123"/>
              <a:gd name="T32" fmla="*/ 1158 w 1364"/>
              <a:gd name="T33" fmla="*/ 917 h 1123"/>
              <a:gd name="T34" fmla="*/ 720 w 1364"/>
              <a:gd name="T35" fmla="*/ 1101 h 1123"/>
              <a:gd name="T36" fmla="*/ 1067 w 1364"/>
              <a:gd name="T37" fmla="*/ 344 h 1123"/>
              <a:gd name="T38" fmla="*/ 1056 w 1364"/>
              <a:gd name="T39" fmla="*/ 368 h 1123"/>
              <a:gd name="T40" fmla="*/ 1063 w 1364"/>
              <a:gd name="T41" fmla="*/ 404 h 1123"/>
              <a:gd name="T42" fmla="*/ 1035 w 1364"/>
              <a:gd name="T43" fmla="*/ 562 h 1123"/>
              <a:gd name="T44" fmla="*/ 1115 w 1364"/>
              <a:gd name="T45" fmla="*/ 422 h 1123"/>
              <a:gd name="T46" fmla="*/ 1106 w 1364"/>
              <a:gd name="T47" fmla="*/ 389 h 1123"/>
              <a:gd name="T48" fmla="*/ 1114 w 1364"/>
              <a:gd name="T49" fmla="*/ 352 h 1123"/>
              <a:gd name="T50" fmla="*/ 1104 w 1364"/>
              <a:gd name="T51" fmla="*/ 226 h 1123"/>
              <a:gd name="T52" fmla="*/ 1356 w 1364"/>
              <a:gd name="T53" fmla="*/ 174 h 1123"/>
              <a:gd name="T54" fmla="*/ 773 w 1364"/>
              <a:gd name="T55" fmla="*/ 4 h 1123"/>
              <a:gd name="T56" fmla="*/ 413 w 1364"/>
              <a:gd name="T57" fmla="*/ 28 h 1123"/>
              <a:gd name="T58" fmla="*/ 11 w 1364"/>
              <a:gd name="T59" fmla="*/ 76 h 1123"/>
              <a:gd name="T60" fmla="*/ 480 w 1364"/>
              <a:gd name="T61" fmla="*/ 323 h 1123"/>
              <a:gd name="T62" fmla="*/ 1039 w 1364"/>
              <a:gd name="T63" fmla="*/ 238 h 1123"/>
              <a:gd name="T64" fmla="*/ 628 w 1364"/>
              <a:gd name="T65" fmla="*/ 161 h 1123"/>
              <a:gd name="T66" fmla="*/ 1054 w 1364"/>
              <a:gd name="T67" fmla="*/ 204 h 1123"/>
              <a:gd name="T68" fmla="*/ 961 w 1364"/>
              <a:gd name="T69" fmla="*/ 281 h 1123"/>
              <a:gd name="T70" fmla="*/ 315 w 1364"/>
              <a:gd name="T71" fmla="*/ 432 h 1123"/>
              <a:gd name="T72" fmla="*/ 466 w 1364"/>
              <a:gd name="T73" fmla="*/ 350 h 1123"/>
              <a:gd name="T74" fmla="*/ 961 w 1364"/>
              <a:gd name="T75" fmla="*/ 281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64" h="1123">
                <a:moveTo>
                  <a:pt x="717" y="953"/>
                </a:moveTo>
                <a:cubicBezTo>
                  <a:pt x="707" y="917"/>
                  <a:pt x="707" y="881"/>
                  <a:pt x="725" y="847"/>
                </a:cubicBezTo>
                <a:lnTo>
                  <a:pt x="54" y="632"/>
                </a:lnTo>
                <a:cubicBezTo>
                  <a:pt x="28" y="665"/>
                  <a:pt x="21" y="710"/>
                  <a:pt x="51" y="757"/>
                </a:cubicBezTo>
                <a:lnTo>
                  <a:pt x="730" y="975"/>
                </a:lnTo>
                <a:lnTo>
                  <a:pt x="1159" y="786"/>
                </a:lnTo>
                <a:cubicBezTo>
                  <a:pt x="1170" y="781"/>
                  <a:pt x="1169" y="773"/>
                  <a:pt x="1155" y="768"/>
                </a:cubicBezTo>
                <a:lnTo>
                  <a:pt x="1143" y="765"/>
                </a:lnTo>
                <a:lnTo>
                  <a:pt x="717" y="953"/>
                </a:lnTo>
                <a:close/>
                <a:moveTo>
                  <a:pt x="720" y="805"/>
                </a:moveTo>
                <a:cubicBezTo>
                  <a:pt x="710" y="770"/>
                  <a:pt x="710" y="734"/>
                  <a:pt x="729" y="700"/>
                </a:cubicBezTo>
                <a:lnTo>
                  <a:pt x="57" y="484"/>
                </a:lnTo>
                <a:cubicBezTo>
                  <a:pt x="31" y="518"/>
                  <a:pt x="24" y="563"/>
                  <a:pt x="55" y="610"/>
                </a:cubicBezTo>
                <a:lnTo>
                  <a:pt x="733" y="828"/>
                </a:lnTo>
                <a:lnTo>
                  <a:pt x="1162" y="639"/>
                </a:lnTo>
                <a:cubicBezTo>
                  <a:pt x="1174" y="633"/>
                  <a:pt x="1172" y="626"/>
                  <a:pt x="1158" y="621"/>
                </a:cubicBezTo>
                <a:lnTo>
                  <a:pt x="1146" y="617"/>
                </a:lnTo>
                <a:lnTo>
                  <a:pt x="720" y="805"/>
                </a:lnTo>
                <a:close/>
                <a:moveTo>
                  <a:pt x="742" y="694"/>
                </a:moveTo>
                <a:lnTo>
                  <a:pt x="1001" y="579"/>
                </a:lnTo>
                <a:lnTo>
                  <a:pt x="1021" y="451"/>
                </a:lnTo>
                <a:lnTo>
                  <a:pt x="990" y="441"/>
                </a:lnTo>
                <a:cubicBezTo>
                  <a:pt x="976" y="548"/>
                  <a:pt x="711" y="556"/>
                  <a:pt x="638" y="556"/>
                </a:cubicBezTo>
                <a:cubicBezTo>
                  <a:pt x="562" y="556"/>
                  <a:pt x="284" y="548"/>
                  <a:pt x="284" y="432"/>
                </a:cubicBezTo>
                <a:lnTo>
                  <a:pt x="284" y="384"/>
                </a:lnTo>
                <a:lnTo>
                  <a:pt x="71" y="478"/>
                </a:lnTo>
                <a:lnTo>
                  <a:pt x="742" y="694"/>
                </a:lnTo>
                <a:close/>
                <a:moveTo>
                  <a:pt x="720" y="1101"/>
                </a:moveTo>
                <a:cubicBezTo>
                  <a:pt x="710" y="1066"/>
                  <a:pt x="710" y="1030"/>
                  <a:pt x="728" y="995"/>
                </a:cubicBezTo>
                <a:lnTo>
                  <a:pt x="57" y="780"/>
                </a:lnTo>
                <a:cubicBezTo>
                  <a:pt x="31" y="814"/>
                  <a:pt x="24" y="858"/>
                  <a:pt x="54" y="906"/>
                </a:cubicBezTo>
                <a:lnTo>
                  <a:pt x="733" y="1123"/>
                </a:lnTo>
                <a:lnTo>
                  <a:pt x="1162" y="934"/>
                </a:lnTo>
                <a:cubicBezTo>
                  <a:pt x="1173" y="929"/>
                  <a:pt x="1171" y="921"/>
                  <a:pt x="1158" y="917"/>
                </a:cubicBezTo>
                <a:lnTo>
                  <a:pt x="1146" y="913"/>
                </a:lnTo>
                <a:lnTo>
                  <a:pt x="720" y="1101"/>
                </a:lnTo>
                <a:close/>
                <a:moveTo>
                  <a:pt x="1067" y="219"/>
                </a:moveTo>
                <a:lnTo>
                  <a:pt x="1067" y="344"/>
                </a:lnTo>
                <a:cubicBezTo>
                  <a:pt x="1062" y="345"/>
                  <a:pt x="1058" y="348"/>
                  <a:pt x="1058" y="352"/>
                </a:cubicBezTo>
                <a:lnTo>
                  <a:pt x="1056" y="368"/>
                </a:lnTo>
                <a:cubicBezTo>
                  <a:pt x="1056" y="378"/>
                  <a:pt x="1065" y="382"/>
                  <a:pt x="1064" y="389"/>
                </a:cubicBezTo>
                <a:lnTo>
                  <a:pt x="1063" y="404"/>
                </a:lnTo>
                <a:cubicBezTo>
                  <a:pt x="1063" y="410"/>
                  <a:pt x="1057" y="415"/>
                  <a:pt x="1056" y="422"/>
                </a:cubicBezTo>
                <a:lnTo>
                  <a:pt x="1035" y="562"/>
                </a:lnTo>
                <a:cubicBezTo>
                  <a:pt x="1043" y="579"/>
                  <a:pt x="1127" y="579"/>
                  <a:pt x="1136" y="562"/>
                </a:cubicBezTo>
                <a:lnTo>
                  <a:pt x="1115" y="422"/>
                </a:lnTo>
                <a:cubicBezTo>
                  <a:pt x="1114" y="415"/>
                  <a:pt x="1108" y="410"/>
                  <a:pt x="1107" y="404"/>
                </a:cubicBezTo>
                <a:lnTo>
                  <a:pt x="1106" y="389"/>
                </a:lnTo>
                <a:cubicBezTo>
                  <a:pt x="1106" y="381"/>
                  <a:pt x="1115" y="379"/>
                  <a:pt x="1115" y="369"/>
                </a:cubicBezTo>
                <a:lnTo>
                  <a:pt x="1114" y="352"/>
                </a:lnTo>
                <a:cubicBezTo>
                  <a:pt x="1113" y="347"/>
                  <a:pt x="1109" y="344"/>
                  <a:pt x="1104" y="344"/>
                </a:cubicBezTo>
                <a:cubicBezTo>
                  <a:pt x="1104" y="218"/>
                  <a:pt x="1104" y="362"/>
                  <a:pt x="1104" y="226"/>
                </a:cubicBezTo>
                <a:lnTo>
                  <a:pt x="1356" y="183"/>
                </a:lnTo>
                <a:cubicBezTo>
                  <a:pt x="1362" y="182"/>
                  <a:pt x="1364" y="177"/>
                  <a:pt x="1356" y="174"/>
                </a:cubicBezTo>
                <a:cubicBezTo>
                  <a:pt x="1235" y="139"/>
                  <a:pt x="1125" y="107"/>
                  <a:pt x="1024" y="77"/>
                </a:cubicBezTo>
                <a:cubicBezTo>
                  <a:pt x="934" y="51"/>
                  <a:pt x="850" y="26"/>
                  <a:pt x="773" y="4"/>
                </a:cubicBezTo>
                <a:cubicBezTo>
                  <a:pt x="759" y="0"/>
                  <a:pt x="750" y="0"/>
                  <a:pt x="736" y="1"/>
                </a:cubicBezTo>
                <a:cubicBezTo>
                  <a:pt x="635" y="9"/>
                  <a:pt x="527" y="18"/>
                  <a:pt x="413" y="28"/>
                </a:cubicBezTo>
                <a:cubicBezTo>
                  <a:pt x="289" y="39"/>
                  <a:pt x="155" y="50"/>
                  <a:pt x="12" y="62"/>
                </a:cubicBezTo>
                <a:cubicBezTo>
                  <a:pt x="0" y="64"/>
                  <a:pt x="3" y="73"/>
                  <a:pt x="11" y="76"/>
                </a:cubicBezTo>
                <a:cubicBezTo>
                  <a:pt x="68" y="106"/>
                  <a:pt x="130" y="139"/>
                  <a:pt x="198" y="175"/>
                </a:cubicBezTo>
                <a:cubicBezTo>
                  <a:pt x="281" y="219"/>
                  <a:pt x="374" y="268"/>
                  <a:pt x="480" y="323"/>
                </a:cubicBezTo>
                <a:cubicBezTo>
                  <a:pt x="489" y="328"/>
                  <a:pt x="508" y="330"/>
                  <a:pt x="523" y="327"/>
                </a:cubicBezTo>
                <a:cubicBezTo>
                  <a:pt x="695" y="298"/>
                  <a:pt x="867" y="268"/>
                  <a:pt x="1039" y="238"/>
                </a:cubicBezTo>
                <a:cubicBezTo>
                  <a:pt x="1038" y="232"/>
                  <a:pt x="1036" y="229"/>
                  <a:pt x="1029" y="227"/>
                </a:cubicBezTo>
                <a:lnTo>
                  <a:pt x="628" y="161"/>
                </a:lnTo>
                <a:cubicBezTo>
                  <a:pt x="593" y="156"/>
                  <a:pt x="599" y="131"/>
                  <a:pt x="619" y="134"/>
                </a:cubicBezTo>
                <a:lnTo>
                  <a:pt x="1054" y="204"/>
                </a:lnTo>
                <a:cubicBezTo>
                  <a:pt x="1062" y="206"/>
                  <a:pt x="1066" y="211"/>
                  <a:pt x="1067" y="219"/>
                </a:cubicBezTo>
                <a:close/>
                <a:moveTo>
                  <a:pt x="961" y="281"/>
                </a:moveTo>
                <a:lnTo>
                  <a:pt x="961" y="432"/>
                </a:lnTo>
                <a:cubicBezTo>
                  <a:pt x="961" y="557"/>
                  <a:pt x="315" y="557"/>
                  <a:pt x="315" y="432"/>
                </a:cubicBezTo>
                <a:lnTo>
                  <a:pt x="315" y="270"/>
                </a:lnTo>
                <a:cubicBezTo>
                  <a:pt x="365" y="296"/>
                  <a:pt x="415" y="323"/>
                  <a:pt x="466" y="350"/>
                </a:cubicBezTo>
                <a:cubicBezTo>
                  <a:pt x="483" y="359"/>
                  <a:pt x="509" y="360"/>
                  <a:pt x="528" y="357"/>
                </a:cubicBezTo>
                <a:cubicBezTo>
                  <a:pt x="672" y="331"/>
                  <a:pt x="816" y="306"/>
                  <a:pt x="961" y="281"/>
                </a:cubicBezTo>
                <a:close/>
              </a:path>
            </a:pathLst>
          </a:custGeom>
          <a:solidFill>
            <a:srgbClr val="4F80B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 name="Rectangle 45">
            <a:extLst>
              <a:ext uri="{FF2B5EF4-FFF2-40B4-BE49-F238E27FC236}">
                <a16:creationId xmlns:a16="http://schemas.microsoft.com/office/drawing/2014/main" id="{5264C085-794A-DC41-4599-C25D6C096C54}"/>
              </a:ext>
            </a:extLst>
          </p:cNvPr>
          <p:cNvSpPr/>
          <p:nvPr/>
        </p:nvSpPr>
        <p:spPr bwMode="auto">
          <a:xfrm>
            <a:off x="-2010986" y="315024"/>
            <a:ext cx="8029498" cy="62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normAutofit/>
          </a:bodyPr>
          <a:lstStyle/>
          <a:p>
            <a:pPr algn="ctr" defTabSz="967740" fontAlgn="base">
              <a:lnSpc>
                <a:spcPct val="70000"/>
              </a:lnSpc>
              <a:spcBef>
                <a:spcPct val="0"/>
              </a:spcBef>
              <a:spcAft>
                <a:spcPct val="0"/>
              </a:spcAft>
            </a:pPr>
            <a:r>
              <a:rPr lang="vi-VN" altLang="zh-CN" sz="2800" b="1">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rPr>
              <a:t>HƯỚNG PHÁT TRIỂN</a:t>
            </a:r>
            <a:endParaRPr lang="en-US" altLang="zh-CN" sz="2800" b="1" dirty="0">
              <a:solidFill>
                <a:schemeClr val="bg1">
                  <a:lumMod val="95000"/>
                  <a:lumOff val="5000"/>
                </a:schemeClr>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sym typeface="Bebas Neue" charset="0"/>
            </a:endParaRPr>
          </a:p>
        </p:txBody>
      </p:sp>
      <p:pic>
        <p:nvPicPr>
          <p:cNvPr id="18" name="Picture 17">
            <a:extLst>
              <a:ext uri="{FF2B5EF4-FFF2-40B4-BE49-F238E27FC236}">
                <a16:creationId xmlns:a16="http://schemas.microsoft.com/office/drawing/2014/main" id="{8ECFB9D8-F183-3BF9-914F-D86C721DD1CC}"/>
              </a:ext>
            </a:extLst>
          </p:cNvPr>
          <p:cNvPicPr>
            <a:picLocks noChangeAspect="1"/>
          </p:cNvPicPr>
          <p:nvPr/>
        </p:nvPicPr>
        <p:blipFill>
          <a:blip r:embed="rId3"/>
          <a:stretch>
            <a:fillRect/>
          </a:stretch>
        </p:blipFill>
        <p:spPr>
          <a:xfrm>
            <a:off x="2719852" y="5268556"/>
            <a:ext cx="1004922" cy="1004922"/>
          </a:xfrm>
          <a:prstGeom prst="rect">
            <a:avLst/>
          </a:prstGeom>
        </p:spPr>
      </p:pic>
      <p:pic>
        <p:nvPicPr>
          <p:cNvPr id="22" name="Picture 21">
            <a:extLst>
              <a:ext uri="{FF2B5EF4-FFF2-40B4-BE49-F238E27FC236}">
                <a16:creationId xmlns:a16="http://schemas.microsoft.com/office/drawing/2014/main" id="{3E244111-A5D8-D066-C10C-8D5B9DA2B703}"/>
              </a:ext>
            </a:extLst>
          </p:cNvPr>
          <p:cNvPicPr>
            <a:picLocks noChangeAspect="1"/>
          </p:cNvPicPr>
          <p:nvPr/>
        </p:nvPicPr>
        <p:blipFill>
          <a:blip r:embed="rId4"/>
          <a:stretch>
            <a:fillRect/>
          </a:stretch>
        </p:blipFill>
        <p:spPr>
          <a:xfrm>
            <a:off x="6640802" y="5100409"/>
            <a:ext cx="957599" cy="957599"/>
          </a:xfrm>
          <a:prstGeom prst="rect">
            <a:avLst/>
          </a:prstGeom>
        </p:spPr>
      </p:pic>
      <p:pic>
        <p:nvPicPr>
          <p:cNvPr id="24" name="Picture 23">
            <a:extLst>
              <a:ext uri="{FF2B5EF4-FFF2-40B4-BE49-F238E27FC236}">
                <a16:creationId xmlns:a16="http://schemas.microsoft.com/office/drawing/2014/main" id="{4610DADE-22BA-8914-04B3-C8AE4E4E6F86}"/>
              </a:ext>
            </a:extLst>
          </p:cNvPr>
          <p:cNvPicPr>
            <a:picLocks noChangeAspect="1"/>
          </p:cNvPicPr>
          <p:nvPr/>
        </p:nvPicPr>
        <p:blipFill>
          <a:blip r:embed="rId5"/>
          <a:stretch>
            <a:fillRect/>
          </a:stretch>
        </p:blipFill>
        <p:spPr>
          <a:xfrm>
            <a:off x="10211890" y="4971817"/>
            <a:ext cx="1142775" cy="1142775"/>
          </a:xfrm>
          <a:prstGeom prst="rect">
            <a:avLst/>
          </a:prstGeom>
        </p:spPr>
      </p:pic>
      <p:sp>
        <p:nvSpPr>
          <p:cNvPr id="3" name="Slide Number Placeholder 2">
            <a:extLst>
              <a:ext uri="{FF2B5EF4-FFF2-40B4-BE49-F238E27FC236}">
                <a16:creationId xmlns:a16="http://schemas.microsoft.com/office/drawing/2014/main" id="{68254020-3B5F-4433-84FB-711F1831066A}"/>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29</a:t>
            </a:fld>
            <a:endParaRPr lang="zh-CN" altLang="en-US" sz="2435"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9784" y="2517413"/>
            <a:ext cx="487680" cy="1956547"/>
          </a:xfrm>
          <a:prstGeom prst="rect">
            <a:avLst/>
          </a:prstGeom>
          <a:noFill/>
        </p:spPr>
        <p:txBody>
          <a:bodyPr vert="vert" wrap="square" rtlCol="0">
            <a:normAutofit/>
          </a:bodyPr>
          <a:lstStyle/>
          <a:p>
            <a:pPr algn="dist"/>
            <a:r>
              <a:rPr lang="vi-VN" altLang="vi-VN" sz="2000" b="1">
                <a:latin typeface="Noto Sans"/>
                <a:ea typeface="Noto Sans"/>
              </a:rPr>
              <a:t>VIỆC KINH</a:t>
            </a:r>
            <a:endParaRPr lang="zh-CN" altLang="en-US" sz="2000" b="1"/>
          </a:p>
        </p:txBody>
      </p:sp>
      <p:sp>
        <p:nvSpPr>
          <p:cNvPr id="7" name="文本框 6"/>
          <p:cNvSpPr txBox="1"/>
          <p:nvPr/>
        </p:nvSpPr>
        <p:spPr>
          <a:xfrm>
            <a:off x="1403373" y="3084206"/>
            <a:ext cx="4342939" cy="822960"/>
          </a:xfrm>
          <a:prstGeom prst="rect">
            <a:avLst/>
          </a:prstGeom>
          <a:noFill/>
        </p:spPr>
        <p:txBody>
          <a:bodyPr wrap="square" rtlCol="0">
            <a:normAutofit fontScale="92500"/>
          </a:bodyPr>
          <a:lstStyle/>
          <a:p>
            <a:r>
              <a:rPr lang="vi-VN" altLang="zh-CN" sz="4800" b="1" dirty="0">
                <a:solidFill>
                  <a:srgbClr val="4F81BD"/>
                </a:solidFill>
              </a:rPr>
              <a:t>Demo hệ thống</a:t>
            </a:r>
            <a:endParaRPr lang="zh-CN" altLang="en-US" sz="4800" b="1" dirty="0">
              <a:solidFill>
                <a:srgbClr val="4F81BD"/>
              </a:solidFill>
            </a:endParaRPr>
          </a:p>
        </p:txBody>
      </p:sp>
      <p:sp>
        <p:nvSpPr>
          <p:cNvPr id="21" name="等腰三角形 12"/>
          <p:cNvSpPr/>
          <p:nvPr/>
        </p:nvSpPr>
        <p:spPr>
          <a:xfrm rot="19800000">
            <a:off x="11079596" y="2146838"/>
            <a:ext cx="986856" cy="766613"/>
          </a:xfrm>
          <a:custGeom>
            <a:avLst/>
            <a:gdLst>
              <a:gd name="connsiteX0" fmla="*/ 0 w 986856"/>
              <a:gd name="connsiteY0" fmla="*/ 721831 h 721831"/>
              <a:gd name="connsiteX1" fmla="*/ 493428 w 986856"/>
              <a:gd name="connsiteY1" fmla="*/ 0 h 721831"/>
              <a:gd name="connsiteX2" fmla="*/ 986856 w 986856"/>
              <a:gd name="connsiteY2" fmla="*/ 721831 h 721831"/>
              <a:gd name="connsiteX3" fmla="*/ 0 w 986856"/>
              <a:gd name="connsiteY3" fmla="*/ 721831 h 721831"/>
              <a:gd name="connsiteX0-1" fmla="*/ 0 w 986856"/>
              <a:gd name="connsiteY0-2" fmla="*/ 766613 h 766613"/>
              <a:gd name="connsiteX1-3" fmla="*/ 550336 w 986856"/>
              <a:gd name="connsiteY1-4" fmla="*/ 0 h 766613"/>
              <a:gd name="connsiteX2-5" fmla="*/ 986856 w 986856"/>
              <a:gd name="connsiteY2-6" fmla="*/ 766613 h 766613"/>
              <a:gd name="connsiteX3-7" fmla="*/ 0 w 986856"/>
              <a:gd name="connsiteY3-8" fmla="*/ 766613 h 766613"/>
            </a:gdLst>
            <a:ahLst/>
            <a:cxnLst>
              <a:cxn ang="0">
                <a:pos x="connsiteX0-1" y="connsiteY0-2"/>
              </a:cxn>
              <a:cxn ang="0">
                <a:pos x="connsiteX1-3" y="connsiteY1-4"/>
              </a:cxn>
              <a:cxn ang="0">
                <a:pos x="connsiteX2-5" y="connsiteY2-6"/>
              </a:cxn>
              <a:cxn ang="0">
                <a:pos x="connsiteX3-7" y="connsiteY3-8"/>
              </a:cxn>
            </a:cxnLst>
            <a:rect l="l" t="t" r="r" b="b"/>
            <a:pathLst>
              <a:path w="986856" h="766613">
                <a:moveTo>
                  <a:pt x="0" y="766613"/>
                </a:moveTo>
                <a:lnTo>
                  <a:pt x="550336" y="0"/>
                </a:lnTo>
                <a:lnTo>
                  <a:pt x="986856" y="766613"/>
                </a:lnTo>
                <a:lnTo>
                  <a:pt x="0" y="766613"/>
                </a:lnTo>
                <a:close/>
              </a:path>
            </a:pathLst>
          </a:custGeom>
          <a:solidFill>
            <a:srgbClr val="4F81B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16200000">
            <a:off x="10320263" y="2763636"/>
            <a:ext cx="2010385" cy="1733090"/>
          </a:xfrm>
          <a:prstGeom prst="triangle">
            <a:avLst/>
          </a:prstGeom>
          <a:solidFill>
            <a:srgbClr val="0070C0"/>
          </a:solidFill>
          <a:ln>
            <a:noFill/>
          </a:ln>
          <a:effectLst>
            <a:outerShdw blurRad="50800" dist="38100" dir="8100000" sx="104000" sy="104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nvSpPr>
        <p:spPr>
          <a:xfrm rot="8681015">
            <a:off x="10487418" y="3494999"/>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rot="16200000">
            <a:off x="10462329" y="1382549"/>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nvSpPr>
        <p:spPr>
          <a:xfrm rot="5400000">
            <a:off x="11046828" y="1431399"/>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rot="18903724">
            <a:off x="7302033" y="4605404"/>
            <a:ext cx="4185063" cy="4759609"/>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18903724">
            <a:off x="-1883873" y="-1202524"/>
            <a:ext cx="4185063" cy="252465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7">
            <a:extLst>
              <a:ext uri="{FF2B5EF4-FFF2-40B4-BE49-F238E27FC236}">
                <a16:creationId xmlns:a16="http://schemas.microsoft.com/office/drawing/2014/main" id="{AE32A8EF-2ABB-64F3-F933-A0768A2A72A9}"/>
              </a:ext>
            </a:extLst>
          </p:cNvPr>
          <p:cNvSpPr txBox="1"/>
          <p:nvPr/>
        </p:nvSpPr>
        <p:spPr>
          <a:xfrm>
            <a:off x="1899558" y="2764763"/>
            <a:ext cx="4116880" cy="1142403"/>
          </a:xfrm>
          <a:prstGeom prst="rect">
            <a:avLst/>
          </a:prstGeom>
          <a:noFill/>
        </p:spPr>
        <p:txBody>
          <a:bodyPr wrap="square" rtlCol="0">
            <a:noAutofit/>
          </a:bodyPr>
          <a:lstStyle/>
          <a:p>
            <a:pPr>
              <a:lnSpc>
                <a:spcPct val="120000"/>
              </a:lnSpc>
            </a:pPr>
            <a:endParaRPr lang="vi-VN" altLang="vi-VN" sz="3000" b="1" dirty="0">
              <a:solidFill>
                <a:schemeClr val="bg1"/>
              </a:solidFill>
              <a:latin typeface="Noto Sans"/>
              <a:ea typeface="Noto Sans"/>
            </a:endParaRPr>
          </a:p>
        </p:txBody>
      </p:sp>
      <p:cxnSp>
        <p:nvCxnSpPr>
          <p:cNvPr id="14" name="直接连接符 11">
            <a:extLst>
              <a:ext uri="{FF2B5EF4-FFF2-40B4-BE49-F238E27FC236}">
                <a16:creationId xmlns:a16="http://schemas.microsoft.com/office/drawing/2014/main" id="{85C433DE-2D0A-0999-EF15-2F0F908E7EEC}"/>
              </a:ext>
            </a:extLst>
          </p:cNvPr>
          <p:cNvCxnSpPr>
            <a:cxnSpLocks/>
          </p:cNvCxnSpPr>
          <p:nvPr/>
        </p:nvCxnSpPr>
        <p:spPr>
          <a:xfrm>
            <a:off x="1626216" y="3846360"/>
            <a:ext cx="1948627" cy="0"/>
          </a:xfrm>
          <a:prstGeom prst="line">
            <a:avLst/>
          </a:prstGeom>
          <a:ln w="41275">
            <a:solidFill>
              <a:srgbClr val="4F81BD"/>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D6124236-8EA0-4EFB-BBEC-5025CD9B5898}"/>
              </a:ext>
            </a:extLst>
          </p:cNvPr>
          <p:cNvSpPr>
            <a:spLocks noGrp="1"/>
          </p:cNvSpPr>
          <p:nvPr>
            <p:ph type="sldNum" sz="quarter" idx="12"/>
          </p:nvPr>
        </p:nvSpPr>
        <p:spPr/>
        <p:txBody>
          <a:bodyPr/>
          <a:lstStyle/>
          <a:p>
            <a:pPr defTabSz="1245235"/>
            <a:fld id="{ABCBC4E8-88EF-4446-9533-1BB591964EAE}" type="slidenum">
              <a:rPr lang="vi-VN" altLang="vi-VN" sz="2435" smtClean="0">
                <a:solidFill>
                  <a:schemeClr val="bg1"/>
                </a:solidFill>
                <a:latin typeface="Noto Sans"/>
                <a:ea typeface="Noto Sans"/>
              </a:rPr>
              <a:t>30</a:t>
            </a:fld>
            <a:endParaRPr lang="zh-CN" altLang="en-US" sz="2435" dirty="0">
              <a:solidFill>
                <a:schemeClr val="bg1"/>
              </a:solidFill>
            </a:endParaRPr>
          </a:p>
        </p:txBody>
      </p:sp>
    </p:spTree>
    <p:extLst>
      <p:ext uri="{BB962C8B-B14F-4D97-AF65-F5344CB8AC3E}">
        <p14:creationId xmlns:p14="http://schemas.microsoft.com/office/powerpoint/2010/main" val="4149010514"/>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6"/>
          <p:cNvSpPr/>
          <p:nvPr/>
        </p:nvSpPr>
        <p:spPr bwMode="auto">
          <a:xfrm>
            <a:off x="-24315" y="-17419"/>
            <a:ext cx="4367317" cy="5069536"/>
          </a:xfrm>
          <a:custGeom>
            <a:avLst/>
            <a:gdLst>
              <a:gd name="connsiteX0" fmla="*/ 3873521 w 4367317"/>
              <a:gd name="connsiteY0" fmla="*/ 0 h 5069536"/>
              <a:gd name="connsiteX1" fmla="*/ 4367317 w 4367317"/>
              <a:gd name="connsiteY1" fmla="*/ 0 h 5069536"/>
              <a:gd name="connsiteX2" fmla="*/ 0 w 4367317"/>
              <a:gd name="connsiteY2" fmla="*/ 5069536 h 5069536"/>
              <a:gd name="connsiteX3" fmla="*/ 0 w 4367317"/>
              <a:gd name="connsiteY3" fmla="*/ 1974215 h 5069536"/>
            </a:gdLst>
            <a:ahLst/>
            <a:cxnLst>
              <a:cxn ang="0">
                <a:pos x="connsiteX0" y="connsiteY0"/>
              </a:cxn>
              <a:cxn ang="0">
                <a:pos x="connsiteX1" y="connsiteY1"/>
              </a:cxn>
              <a:cxn ang="0">
                <a:pos x="connsiteX2" y="connsiteY2"/>
              </a:cxn>
              <a:cxn ang="0">
                <a:pos x="connsiteX3" y="connsiteY3"/>
              </a:cxn>
            </a:cxnLst>
            <a:rect l="l" t="t" r="r" b="b"/>
            <a:pathLst>
              <a:path w="4367317" h="5069536">
                <a:moveTo>
                  <a:pt x="3873521" y="0"/>
                </a:moveTo>
                <a:lnTo>
                  <a:pt x="4367317" y="0"/>
                </a:lnTo>
                <a:lnTo>
                  <a:pt x="0" y="5069536"/>
                </a:lnTo>
                <a:lnTo>
                  <a:pt x="0" y="1974215"/>
                </a:lnTo>
                <a:close/>
              </a:path>
            </a:pathLst>
          </a:custGeom>
          <a:solidFill>
            <a:srgbClr val="EFEF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37" name="5"/>
          <p:cNvSpPr/>
          <p:nvPr/>
        </p:nvSpPr>
        <p:spPr bwMode="auto">
          <a:xfrm>
            <a:off x="-24316" y="-43545"/>
            <a:ext cx="3955151" cy="2314573"/>
          </a:xfrm>
          <a:custGeom>
            <a:avLst/>
            <a:gdLst>
              <a:gd name="connsiteX0" fmla="*/ 0 w 3955151"/>
              <a:gd name="connsiteY0" fmla="*/ 0 h 2314573"/>
              <a:gd name="connsiteX1" fmla="*/ 3541893 w 3955151"/>
              <a:gd name="connsiteY1" fmla="*/ 0 h 2314573"/>
              <a:gd name="connsiteX2" fmla="*/ 3955151 w 3955151"/>
              <a:gd name="connsiteY2" fmla="*/ 10116 h 2314573"/>
              <a:gd name="connsiteX3" fmla="*/ 0 w 3955151"/>
              <a:gd name="connsiteY3" fmla="*/ 2314573 h 2314573"/>
            </a:gdLst>
            <a:ahLst/>
            <a:cxnLst>
              <a:cxn ang="0">
                <a:pos x="connsiteX0" y="connsiteY0"/>
              </a:cxn>
              <a:cxn ang="0">
                <a:pos x="connsiteX1" y="connsiteY1"/>
              </a:cxn>
              <a:cxn ang="0">
                <a:pos x="connsiteX2" y="connsiteY2"/>
              </a:cxn>
              <a:cxn ang="0">
                <a:pos x="connsiteX3" y="connsiteY3"/>
              </a:cxn>
            </a:cxnLst>
            <a:rect l="l" t="t" r="r" b="b"/>
            <a:pathLst>
              <a:path w="3955151" h="2314573">
                <a:moveTo>
                  <a:pt x="0" y="0"/>
                </a:moveTo>
                <a:lnTo>
                  <a:pt x="3541893" y="0"/>
                </a:lnTo>
                <a:lnTo>
                  <a:pt x="3955151" y="10116"/>
                </a:lnTo>
                <a:lnTo>
                  <a:pt x="0" y="2314573"/>
                </a:lnTo>
                <a:close/>
              </a:path>
            </a:pathLst>
          </a:custGeom>
          <a:solidFill>
            <a:schemeClr val="accent1">
              <a:lumMod val="75000"/>
            </a:schemeClr>
          </a:solidFill>
          <a:ln>
            <a:noFill/>
          </a:ln>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36" name="4"/>
          <p:cNvSpPr/>
          <p:nvPr/>
        </p:nvSpPr>
        <p:spPr bwMode="auto">
          <a:xfrm>
            <a:off x="-24316" y="-17417"/>
            <a:ext cx="3982023" cy="3071803"/>
          </a:xfrm>
          <a:custGeom>
            <a:avLst/>
            <a:gdLst>
              <a:gd name="connsiteX0" fmla="*/ 3934942 w 3982022"/>
              <a:gd name="connsiteY0" fmla="*/ 0 h 3071803"/>
              <a:gd name="connsiteX1" fmla="*/ 3982022 w 3982022"/>
              <a:gd name="connsiteY1" fmla="*/ 0 h 3071803"/>
              <a:gd name="connsiteX2" fmla="*/ 0 w 3982022"/>
              <a:gd name="connsiteY2" fmla="*/ 3071803 h 3071803"/>
              <a:gd name="connsiteX3" fmla="*/ 0 w 3982022"/>
              <a:gd name="connsiteY3" fmla="*/ 1848528 h 3071803"/>
            </a:gdLst>
            <a:ahLst/>
            <a:cxnLst>
              <a:cxn ang="0">
                <a:pos x="connsiteX0" y="connsiteY0"/>
              </a:cxn>
              <a:cxn ang="0">
                <a:pos x="connsiteX1" y="connsiteY1"/>
              </a:cxn>
              <a:cxn ang="0">
                <a:pos x="connsiteX2" y="connsiteY2"/>
              </a:cxn>
              <a:cxn ang="0">
                <a:pos x="connsiteX3" y="connsiteY3"/>
              </a:cxn>
            </a:cxnLst>
            <a:rect l="l" t="t" r="r" b="b"/>
            <a:pathLst>
              <a:path w="3982022" h="3071803">
                <a:moveTo>
                  <a:pt x="3934942" y="0"/>
                </a:moveTo>
                <a:lnTo>
                  <a:pt x="3982022" y="0"/>
                </a:lnTo>
                <a:lnTo>
                  <a:pt x="0" y="3071803"/>
                </a:lnTo>
                <a:lnTo>
                  <a:pt x="0" y="1848528"/>
                </a:lnTo>
                <a:close/>
              </a:path>
            </a:pathLst>
          </a:custGeom>
          <a:solidFill>
            <a:schemeClr val="accent5">
              <a:lumMod val="60000"/>
              <a:lumOff val="40000"/>
            </a:schemeClr>
          </a:solidFill>
          <a:ln>
            <a:noFill/>
          </a:ln>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44" name="3"/>
          <p:cNvSpPr/>
          <p:nvPr/>
        </p:nvSpPr>
        <p:spPr bwMode="auto">
          <a:xfrm>
            <a:off x="9290264" y="2687956"/>
            <a:ext cx="2925237" cy="3476625"/>
          </a:xfrm>
          <a:custGeom>
            <a:avLst/>
            <a:gdLst>
              <a:gd name="connsiteX0" fmla="*/ 2919413 w 2925237"/>
              <a:gd name="connsiteY0" fmla="*/ 0 h 3476625"/>
              <a:gd name="connsiteX1" fmla="*/ 2925237 w 2925237"/>
              <a:gd name="connsiteY1" fmla="*/ 163915 h 3476625"/>
              <a:gd name="connsiteX2" fmla="*/ 2925237 w 2925237"/>
              <a:gd name="connsiteY2" fmla="*/ 3398721 h 3476625"/>
              <a:gd name="connsiteX3" fmla="*/ 0 w 2925237"/>
              <a:gd name="connsiteY3" fmla="*/ 3476625 h 3476625"/>
            </a:gdLst>
            <a:ahLst/>
            <a:cxnLst>
              <a:cxn ang="0">
                <a:pos x="connsiteX0" y="connsiteY0"/>
              </a:cxn>
              <a:cxn ang="0">
                <a:pos x="connsiteX1" y="connsiteY1"/>
              </a:cxn>
              <a:cxn ang="0">
                <a:pos x="connsiteX2" y="connsiteY2"/>
              </a:cxn>
              <a:cxn ang="0">
                <a:pos x="connsiteX3" y="connsiteY3"/>
              </a:cxn>
            </a:cxnLst>
            <a:rect l="l" t="t" r="r" b="b"/>
            <a:pathLst>
              <a:path w="2925237" h="3476625">
                <a:moveTo>
                  <a:pt x="2919413" y="0"/>
                </a:moveTo>
                <a:lnTo>
                  <a:pt x="2925237" y="163915"/>
                </a:lnTo>
                <a:lnTo>
                  <a:pt x="2925237" y="3398721"/>
                </a:lnTo>
                <a:lnTo>
                  <a:pt x="0" y="3476625"/>
                </a:lnTo>
                <a:close/>
              </a:path>
            </a:pathLst>
          </a:custGeom>
          <a:solidFill>
            <a:srgbClr val="EFEF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42" name="2"/>
          <p:cNvSpPr/>
          <p:nvPr/>
        </p:nvSpPr>
        <p:spPr bwMode="auto">
          <a:xfrm>
            <a:off x="8237752" y="4131556"/>
            <a:ext cx="3977749" cy="2758695"/>
          </a:xfrm>
          <a:custGeom>
            <a:avLst/>
            <a:gdLst>
              <a:gd name="connsiteX0" fmla="*/ 3977749 w 3977749"/>
              <a:gd name="connsiteY0" fmla="*/ 0 h 2758695"/>
              <a:gd name="connsiteX1" fmla="*/ 3977749 w 3977749"/>
              <a:gd name="connsiteY1" fmla="*/ 2758695 h 2758695"/>
              <a:gd name="connsiteX2" fmla="*/ 626774 w 3977749"/>
              <a:gd name="connsiteY2" fmla="*/ 2758695 h 2758695"/>
              <a:gd name="connsiteX3" fmla="*/ 0 w 3977749"/>
              <a:gd name="connsiteY3" fmla="*/ 2734703 h 2758695"/>
            </a:gdLst>
            <a:ahLst/>
            <a:cxnLst>
              <a:cxn ang="0">
                <a:pos x="connsiteX0" y="connsiteY0"/>
              </a:cxn>
              <a:cxn ang="0">
                <a:pos x="connsiteX1" y="connsiteY1"/>
              </a:cxn>
              <a:cxn ang="0">
                <a:pos x="connsiteX2" y="connsiteY2"/>
              </a:cxn>
              <a:cxn ang="0">
                <a:pos x="connsiteX3" y="connsiteY3"/>
              </a:cxn>
            </a:cxnLst>
            <a:rect l="l" t="t" r="r" b="b"/>
            <a:pathLst>
              <a:path w="3977749" h="2758695">
                <a:moveTo>
                  <a:pt x="3977749" y="0"/>
                </a:moveTo>
                <a:lnTo>
                  <a:pt x="3977749" y="2758695"/>
                </a:lnTo>
                <a:lnTo>
                  <a:pt x="626774" y="2758695"/>
                </a:lnTo>
                <a:lnTo>
                  <a:pt x="0" y="2734703"/>
                </a:lnTo>
                <a:close/>
              </a:path>
            </a:pathLst>
          </a:custGeom>
          <a:solidFill>
            <a:srgbClr val="4F7FB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dirty="0">
              <a:solidFill>
                <a:prstClr val="black"/>
              </a:solidFill>
              <a:cs typeface="+mn-ea"/>
              <a:sym typeface="+mn-lt"/>
            </a:endParaRPr>
          </a:p>
        </p:txBody>
      </p:sp>
      <p:sp>
        <p:nvSpPr>
          <p:cNvPr id="43" name="1"/>
          <p:cNvSpPr/>
          <p:nvPr/>
        </p:nvSpPr>
        <p:spPr bwMode="auto">
          <a:xfrm>
            <a:off x="7875576" y="4899188"/>
            <a:ext cx="4339925" cy="1991063"/>
          </a:xfrm>
          <a:custGeom>
            <a:avLst/>
            <a:gdLst>
              <a:gd name="connsiteX0" fmla="*/ 4339925 w 4339925"/>
              <a:gd name="connsiteY0" fmla="*/ 0 h 1991063"/>
              <a:gd name="connsiteX1" fmla="*/ 4339925 w 4339925"/>
              <a:gd name="connsiteY1" fmla="*/ 913141 h 1991063"/>
              <a:gd name="connsiteX2" fmla="*/ 305017 w 4339925"/>
              <a:gd name="connsiteY2" fmla="*/ 1991063 h 1991063"/>
              <a:gd name="connsiteX3" fmla="*/ 0 w 4339925"/>
              <a:gd name="connsiteY3" fmla="*/ 1991063 h 1991063"/>
            </a:gdLst>
            <a:ahLst/>
            <a:cxnLst>
              <a:cxn ang="0">
                <a:pos x="connsiteX0" y="connsiteY0"/>
              </a:cxn>
              <a:cxn ang="0">
                <a:pos x="connsiteX1" y="connsiteY1"/>
              </a:cxn>
              <a:cxn ang="0">
                <a:pos x="connsiteX2" y="connsiteY2"/>
              </a:cxn>
              <a:cxn ang="0">
                <a:pos x="connsiteX3" y="connsiteY3"/>
              </a:cxn>
            </a:cxnLst>
            <a:rect l="l" t="t" r="r" b="b"/>
            <a:pathLst>
              <a:path w="4339925" h="1991063">
                <a:moveTo>
                  <a:pt x="4339925" y="0"/>
                </a:moveTo>
                <a:lnTo>
                  <a:pt x="4339925" y="913141"/>
                </a:lnTo>
                <a:lnTo>
                  <a:pt x="305017" y="1991063"/>
                </a:lnTo>
                <a:lnTo>
                  <a:pt x="0" y="1991063"/>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14" name="PA_矩形 3"/>
          <p:cNvSpPr txBox="1">
            <a:spLocks noChangeArrowheads="1"/>
          </p:cNvSpPr>
          <p:nvPr>
            <p:custDataLst>
              <p:tags r:id="rId1"/>
            </p:custDataLst>
          </p:nvPr>
        </p:nvSpPr>
        <p:spPr bwMode="auto">
          <a:xfrm>
            <a:off x="2481395" y="2328476"/>
            <a:ext cx="8670477" cy="12780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72" tIns="60936" rIns="121872" bIns="60936" numCol="1" anchor="t" anchorCtr="0" compatLnSpc="1">
            <a:normAutofit/>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a:defRPr>
            </a:lvl2pPr>
            <a:lvl3pPr algn="l" rtl="0" fontAlgn="base">
              <a:spcBef>
                <a:spcPct val="0"/>
              </a:spcBef>
              <a:spcAft>
                <a:spcPct val="0"/>
              </a:spcAft>
              <a:defRPr sz="2400">
                <a:solidFill>
                  <a:schemeClr val="tx2"/>
                </a:solidFill>
                <a:latin typeface="Arial" panose="020B0604020202020204" pitchFamily="34" charset="0"/>
                <a:ea typeface="微软雅黑"/>
              </a:defRPr>
            </a:lvl3pPr>
            <a:lvl4pPr algn="l" rtl="0" fontAlgn="base">
              <a:spcBef>
                <a:spcPct val="0"/>
              </a:spcBef>
              <a:spcAft>
                <a:spcPct val="0"/>
              </a:spcAft>
              <a:defRPr sz="2400">
                <a:solidFill>
                  <a:schemeClr val="tx2"/>
                </a:solidFill>
                <a:latin typeface="Arial" panose="020B0604020202020204" pitchFamily="34" charset="0"/>
                <a:ea typeface="微软雅黑"/>
              </a:defRPr>
            </a:lvl4pPr>
            <a:lvl5pPr algn="l" rtl="0" fontAlgn="base">
              <a:spcBef>
                <a:spcPct val="0"/>
              </a:spcBef>
              <a:spcAft>
                <a:spcPct val="0"/>
              </a:spcAft>
              <a:defRPr sz="2400">
                <a:solidFill>
                  <a:schemeClr val="tx2"/>
                </a:solidFill>
                <a:latin typeface="Arial" panose="020B0604020202020204" pitchFamily="34" charset="0"/>
                <a:ea typeface="微软雅黑"/>
              </a:defRPr>
            </a:lvl5pPr>
            <a:lvl6pPr marL="457200" algn="l" rtl="0" fontAlgn="base">
              <a:spcBef>
                <a:spcPct val="0"/>
              </a:spcBef>
              <a:spcAft>
                <a:spcPct val="0"/>
              </a:spcAft>
              <a:defRPr sz="2400">
                <a:solidFill>
                  <a:schemeClr val="tx2"/>
                </a:solidFill>
                <a:latin typeface="Arial" panose="020B0604020202020204" pitchFamily="34" charset="0"/>
                <a:ea typeface="微软雅黑"/>
              </a:defRPr>
            </a:lvl6pPr>
            <a:lvl7pPr marL="914400" algn="l" rtl="0" fontAlgn="base">
              <a:spcBef>
                <a:spcPct val="0"/>
              </a:spcBef>
              <a:spcAft>
                <a:spcPct val="0"/>
              </a:spcAft>
              <a:defRPr sz="2400">
                <a:solidFill>
                  <a:schemeClr val="tx2"/>
                </a:solidFill>
                <a:latin typeface="Arial" panose="020B0604020202020204" pitchFamily="34" charset="0"/>
                <a:ea typeface="微软雅黑"/>
              </a:defRPr>
            </a:lvl7pPr>
            <a:lvl8pPr marL="1371600" algn="l" rtl="0" fontAlgn="base">
              <a:spcBef>
                <a:spcPct val="0"/>
              </a:spcBef>
              <a:spcAft>
                <a:spcPct val="0"/>
              </a:spcAft>
              <a:defRPr sz="2400">
                <a:solidFill>
                  <a:schemeClr val="tx2"/>
                </a:solidFill>
                <a:latin typeface="Arial" panose="020B0604020202020204" pitchFamily="34" charset="0"/>
                <a:ea typeface="微软雅黑"/>
              </a:defRPr>
            </a:lvl8pPr>
            <a:lvl9pPr marL="1828800" algn="l" rtl="0" fontAlgn="base">
              <a:spcBef>
                <a:spcPct val="0"/>
              </a:spcBef>
              <a:spcAft>
                <a:spcPct val="0"/>
              </a:spcAft>
              <a:defRPr sz="2400">
                <a:solidFill>
                  <a:schemeClr val="tx2"/>
                </a:solidFill>
                <a:latin typeface="Arial" panose="020B0604020202020204" pitchFamily="34" charset="0"/>
                <a:ea typeface="微软雅黑"/>
              </a:defRPr>
            </a:lvl9pPr>
          </a:lstStyle>
          <a:p>
            <a:pPr lvl="0" algn="ctr">
              <a:defRPr/>
            </a:pPr>
            <a:r>
              <a:rPr lang="en-US" altLang="vi-VN" sz="6400" b="1" dirty="0">
                <a:solidFill>
                  <a:schemeClr val="accent1">
                    <a:lumMod val="75000"/>
                  </a:schemeClr>
                </a:solidFill>
                <a:latin typeface="Noto Sans"/>
                <a:ea typeface="Noto Sans"/>
                <a:cs typeface="+mn-ea"/>
                <a:sym typeface="+mn-lt"/>
              </a:rPr>
              <a:t>LỜI CẢM ƠN</a:t>
            </a:r>
            <a:endParaRPr lang="vi-VN" altLang="vi-VN" sz="6400" b="1" dirty="0">
              <a:solidFill>
                <a:schemeClr val="accent1">
                  <a:lumMod val="75000"/>
                </a:schemeClr>
              </a:solidFill>
              <a:latin typeface="Noto Sans"/>
              <a:ea typeface="Noto Sans"/>
              <a:cs typeface="+mn-ea"/>
              <a:sym typeface="+mn-lt"/>
            </a:endParaRPr>
          </a:p>
        </p:txBody>
      </p:sp>
      <p:sp>
        <p:nvSpPr>
          <p:cNvPr id="23" name="任意多边形 22"/>
          <p:cNvSpPr/>
          <p:nvPr/>
        </p:nvSpPr>
        <p:spPr>
          <a:xfrm>
            <a:off x="2371090" y="1602740"/>
            <a:ext cx="8780780" cy="2374900"/>
          </a:xfrm>
          <a:custGeom>
            <a:avLst/>
            <a:gdLst>
              <a:gd name="connsiteX0" fmla="*/ 0 w 6585492"/>
              <a:gd name="connsiteY0" fmla="*/ 0 h 2171406"/>
              <a:gd name="connsiteX1" fmla="*/ 1849289 w 6585492"/>
              <a:gd name="connsiteY1" fmla="*/ 0 h 2171406"/>
              <a:gd name="connsiteX2" fmla="*/ 1849289 w 6585492"/>
              <a:gd name="connsiteY2" fmla="*/ 149501 h 2171406"/>
              <a:gd name="connsiteX3" fmla="*/ 149501 w 6585492"/>
              <a:gd name="connsiteY3" fmla="*/ 149501 h 2171406"/>
              <a:gd name="connsiteX4" fmla="*/ 149501 w 6585492"/>
              <a:gd name="connsiteY4" fmla="*/ 2021905 h 2171406"/>
              <a:gd name="connsiteX5" fmla="*/ 6435991 w 6585492"/>
              <a:gd name="connsiteY5" fmla="*/ 2021905 h 2171406"/>
              <a:gd name="connsiteX6" fmla="*/ 6435991 w 6585492"/>
              <a:gd name="connsiteY6" fmla="*/ 149501 h 2171406"/>
              <a:gd name="connsiteX7" fmla="*/ 4399901 w 6585492"/>
              <a:gd name="connsiteY7" fmla="*/ 149501 h 2171406"/>
              <a:gd name="connsiteX8" fmla="*/ 4399901 w 6585492"/>
              <a:gd name="connsiteY8" fmla="*/ 0 h 2171406"/>
              <a:gd name="connsiteX9" fmla="*/ 6585492 w 6585492"/>
              <a:gd name="connsiteY9" fmla="*/ 0 h 2171406"/>
              <a:gd name="connsiteX10" fmla="*/ 6585492 w 6585492"/>
              <a:gd name="connsiteY10" fmla="*/ 2171406 h 2171406"/>
              <a:gd name="connsiteX11" fmla="*/ 0 w 6585492"/>
              <a:gd name="connsiteY11" fmla="*/ 2171406 h 2171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85492" h="2171406">
                <a:moveTo>
                  <a:pt x="0" y="0"/>
                </a:moveTo>
                <a:lnTo>
                  <a:pt x="1849289" y="0"/>
                </a:lnTo>
                <a:lnTo>
                  <a:pt x="1849289" y="149501"/>
                </a:lnTo>
                <a:lnTo>
                  <a:pt x="149501" y="149501"/>
                </a:lnTo>
                <a:lnTo>
                  <a:pt x="149501" y="2021905"/>
                </a:lnTo>
                <a:lnTo>
                  <a:pt x="6435991" y="2021905"/>
                </a:lnTo>
                <a:lnTo>
                  <a:pt x="6435991" y="149501"/>
                </a:lnTo>
                <a:lnTo>
                  <a:pt x="4399901" y="149501"/>
                </a:lnTo>
                <a:lnTo>
                  <a:pt x="4399901" y="0"/>
                </a:lnTo>
                <a:lnTo>
                  <a:pt x="6585492" y="0"/>
                </a:lnTo>
                <a:lnTo>
                  <a:pt x="6585492" y="2171406"/>
                </a:lnTo>
                <a:lnTo>
                  <a:pt x="0" y="2171406"/>
                </a:lnTo>
                <a:close/>
              </a:path>
            </a:pathLst>
          </a:cu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2" name="Freeform 6"/>
          <p:cNvSpPr>
            <a:spLocks noEditPoints="1"/>
          </p:cNvSpPr>
          <p:nvPr/>
        </p:nvSpPr>
        <p:spPr bwMode="auto">
          <a:xfrm>
            <a:off x="5768340" y="895350"/>
            <a:ext cx="1565275" cy="1246505"/>
          </a:xfrm>
          <a:custGeom>
            <a:avLst/>
            <a:gdLst>
              <a:gd name="T0" fmla="*/ 725 w 1364"/>
              <a:gd name="T1" fmla="*/ 847 h 1123"/>
              <a:gd name="T2" fmla="*/ 51 w 1364"/>
              <a:gd name="T3" fmla="*/ 757 h 1123"/>
              <a:gd name="T4" fmla="*/ 1159 w 1364"/>
              <a:gd name="T5" fmla="*/ 786 h 1123"/>
              <a:gd name="T6" fmla="*/ 1143 w 1364"/>
              <a:gd name="T7" fmla="*/ 765 h 1123"/>
              <a:gd name="T8" fmla="*/ 720 w 1364"/>
              <a:gd name="T9" fmla="*/ 805 h 1123"/>
              <a:gd name="T10" fmla="*/ 57 w 1364"/>
              <a:gd name="T11" fmla="*/ 484 h 1123"/>
              <a:gd name="T12" fmla="*/ 733 w 1364"/>
              <a:gd name="T13" fmla="*/ 828 h 1123"/>
              <a:gd name="T14" fmla="*/ 1158 w 1364"/>
              <a:gd name="T15" fmla="*/ 621 h 1123"/>
              <a:gd name="T16" fmla="*/ 720 w 1364"/>
              <a:gd name="T17" fmla="*/ 805 h 1123"/>
              <a:gd name="T18" fmla="*/ 1001 w 1364"/>
              <a:gd name="T19" fmla="*/ 579 h 1123"/>
              <a:gd name="T20" fmla="*/ 990 w 1364"/>
              <a:gd name="T21" fmla="*/ 441 h 1123"/>
              <a:gd name="T22" fmla="*/ 284 w 1364"/>
              <a:gd name="T23" fmla="*/ 432 h 1123"/>
              <a:gd name="T24" fmla="*/ 71 w 1364"/>
              <a:gd name="T25" fmla="*/ 478 h 1123"/>
              <a:gd name="T26" fmla="*/ 720 w 1364"/>
              <a:gd name="T27" fmla="*/ 1101 h 1123"/>
              <a:gd name="T28" fmla="*/ 57 w 1364"/>
              <a:gd name="T29" fmla="*/ 780 h 1123"/>
              <a:gd name="T30" fmla="*/ 733 w 1364"/>
              <a:gd name="T31" fmla="*/ 1123 h 1123"/>
              <a:gd name="T32" fmla="*/ 1158 w 1364"/>
              <a:gd name="T33" fmla="*/ 917 h 1123"/>
              <a:gd name="T34" fmla="*/ 720 w 1364"/>
              <a:gd name="T35" fmla="*/ 1101 h 1123"/>
              <a:gd name="T36" fmla="*/ 1067 w 1364"/>
              <a:gd name="T37" fmla="*/ 344 h 1123"/>
              <a:gd name="T38" fmla="*/ 1056 w 1364"/>
              <a:gd name="T39" fmla="*/ 368 h 1123"/>
              <a:gd name="T40" fmla="*/ 1063 w 1364"/>
              <a:gd name="T41" fmla="*/ 404 h 1123"/>
              <a:gd name="T42" fmla="*/ 1035 w 1364"/>
              <a:gd name="T43" fmla="*/ 562 h 1123"/>
              <a:gd name="T44" fmla="*/ 1115 w 1364"/>
              <a:gd name="T45" fmla="*/ 422 h 1123"/>
              <a:gd name="T46" fmla="*/ 1106 w 1364"/>
              <a:gd name="T47" fmla="*/ 389 h 1123"/>
              <a:gd name="T48" fmla="*/ 1114 w 1364"/>
              <a:gd name="T49" fmla="*/ 352 h 1123"/>
              <a:gd name="T50" fmla="*/ 1104 w 1364"/>
              <a:gd name="T51" fmla="*/ 226 h 1123"/>
              <a:gd name="T52" fmla="*/ 1356 w 1364"/>
              <a:gd name="T53" fmla="*/ 174 h 1123"/>
              <a:gd name="T54" fmla="*/ 773 w 1364"/>
              <a:gd name="T55" fmla="*/ 4 h 1123"/>
              <a:gd name="T56" fmla="*/ 413 w 1364"/>
              <a:gd name="T57" fmla="*/ 28 h 1123"/>
              <a:gd name="T58" fmla="*/ 11 w 1364"/>
              <a:gd name="T59" fmla="*/ 76 h 1123"/>
              <a:gd name="T60" fmla="*/ 480 w 1364"/>
              <a:gd name="T61" fmla="*/ 323 h 1123"/>
              <a:gd name="T62" fmla="*/ 1039 w 1364"/>
              <a:gd name="T63" fmla="*/ 238 h 1123"/>
              <a:gd name="T64" fmla="*/ 628 w 1364"/>
              <a:gd name="T65" fmla="*/ 161 h 1123"/>
              <a:gd name="T66" fmla="*/ 1054 w 1364"/>
              <a:gd name="T67" fmla="*/ 204 h 1123"/>
              <a:gd name="T68" fmla="*/ 961 w 1364"/>
              <a:gd name="T69" fmla="*/ 281 h 1123"/>
              <a:gd name="T70" fmla="*/ 315 w 1364"/>
              <a:gd name="T71" fmla="*/ 432 h 1123"/>
              <a:gd name="T72" fmla="*/ 466 w 1364"/>
              <a:gd name="T73" fmla="*/ 350 h 1123"/>
              <a:gd name="T74" fmla="*/ 961 w 1364"/>
              <a:gd name="T75" fmla="*/ 281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64" h="1123">
                <a:moveTo>
                  <a:pt x="717" y="953"/>
                </a:moveTo>
                <a:cubicBezTo>
                  <a:pt x="707" y="917"/>
                  <a:pt x="707" y="881"/>
                  <a:pt x="725" y="847"/>
                </a:cubicBezTo>
                <a:lnTo>
                  <a:pt x="54" y="632"/>
                </a:lnTo>
                <a:cubicBezTo>
                  <a:pt x="28" y="665"/>
                  <a:pt x="21" y="710"/>
                  <a:pt x="51" y="757"/>
                </a:cubicBezTo>
                <a:lnTo>
                  <a:pt x="730" y="975"/>
                </a:lnTo>
                <a:lnTo>
                  <a:pt x="1159" y="786"/>
                </a:lnTo>
                <a:cubicBezTo>
                  <a:pt x="1170" y="781"/>
                  <a:pt x="1169" y="773"/>
                  <a:pt x="1155" y="768"/>
                </a:cubicBezTo>
                <a:lnTo>
                  <a:pt x="1143" y="765"/>
                </a:lnTo>
                <a:lnTo>
                  <a:pt x="717" y="953"/>
                </a:lnTo>
                <a:close/>
                <a:moveTo>
                  <a:pt x="720" y="805"/>
                </a:moveTo>
                <a:cubicBezTo>
                  <a:pt x="710" y="770"/>
                  <a:pt x="710" y="734"/>
                  <a:pt x="729" y="700"/>
                </a:cubicBezTo>
                <a:lnTo>
                  <a:pt x="57" y="484"/>
                </a:lnTo>
                <a:cubicBezTo>
                  <a:pt x="31" y="518"/>
                  <a:pt x="24" y="563"/>
                  <a:pt x="55" y="610"/>
                </a:cubicBezTo>
                <a:lnTo>
                  <a:pt x="733" y="828"/>
                </a:lnTo>
                <a:lnTo>
                  <a:pt x="1162" y="639"/>
                </a:lnTo>
                <a:cubicBezTo>
                  <a:pt x="1174" y="633"/>
                  <a:pt x="1172" y="626"/>
                  <a:pt x="1158" y="621"/>
                </a:cubicBezTo>
                <a:lnTo>
                  <a:pt x="1146" y="617"/>
                </a:lnTo>
                <a:lnTo>
                  <a:pt x="720" y="805"/>
                </a:lnTo>
                <a:close/>
                <a:moveTo>
                  <a:pt x="742" y="694"/>
                </a:moveTo>
                <a:lnTo>
                  <a:pt x="1001" y="579"/>
                </a:lnTo>
                <a:lnTo>
                  <a:pt x="1021" y="451"/>
                </a:lnTo>
                <a:lnTo>
                  <a:pt x="990" y="441"/>
                </a:lnTo>
                <a:cubicBezTo>
                  <a:pt x="976" y="548"/>
                  <a:pt x="711" y="556"/>
                  <a:pt x="638" y="556"/>
                </a:cubicBezTo>
                <a:cubicBezTo>
                  <a:pt x="562" y="556"/>
                  <a:pt x="284" y="548"/>
                  <a:pt x="284" y="432"/>
                </a:cubicBezTo>
                <a:lnTo>
                  <a:pt x="284" y="384"/>
                </a:lnTo>
                <a:lnTo>
                  <a:pt x="71" y="478"/>
                </a:lnTo>
                <a:lnTo>
                  <a:pt x="742" y="694"/>
                </a:lnTo>
                <a:close/>
                <a:moveTo>
                  <a:pt x="720" y="1101"/>
                </a:moveTo>
                <a:cubicBezTo>
                  <a:pt x="710" y="1066"/>
                  <a:pt x="710" y="1030"/>
                  <a:pt x="728" y="995"/>
                </a:cubicBezTo>
                <a:lnTo>
                  <a:pt x="57" y="780"/>
                </a:lnTo>
                <a:cubicBezTo>
                  <a:pt x="31" y="814"/>
                  <a:pt x="24" y="858"/>
                  <a:pt x="54" y="906"/>
                </a:cubicBezTo>
                <a:lnTo>
                  <a:pt x="733" y="1123"/>
                </a:lnTo>
                <a:lnTo>
                  <a:pt x="1162" y="934"/>
                </a:lnTo>
                <a:cubicBezTo>
                  <a:pt x="1173" y="929"/>
                  <a:pt x="1171" y="921"/>
                  <a:pt x="1158" y="917"/>
                </a:cubicBezTo>
                <a:lnTo>
                  <a:pt x="1146" y="913"/>
                </a:lnTo>
                <a:lnTo>
                  <a:pt x="720" y="1101"/>
                </a:lnTo>
                <a:close/>
                <a:moveTo>
                  <a:pt x="1067" y="219"/>
                </a:moveTo>
                <a:lnTo>
                  <a:pt x="1067" y="344"/>
                </a:lnTo>
                <a:cubicBezTo>
                  <a:pt x="1062" y="345"/>
                  <a:pt x="1058" y="348"/>
                  <a:pt x="1058" y="352"/>
                </a:cubicBezTo>
                <a:lnTo>
                  <a:pt x="1056" y="368"/>
                </a:lnTo>
                <a:cubicBezTo>
                  <a:pt x="1056" y="378"/>
                  <a:pt x="1065" y="382"/>
                  <a:pt x="1064" y="389"/>
                </a:cubicBezTo>
                <a:lnTo>
                  <a:pt x="1063" y="404"/>
                </a:lnTo>
                <a:cubicBezTo>
                  <a:pt x="1063" y="410"/>
                  <a:pt x="1057" y="415"/>
                  <a:pt x="1056" y="422"/>
                </a:cubicBezTo>
                <a:lnTo>
                  <a:pt x="1035" y="562"/>
                </a:lnTo>
                <a:cubicBezTo>
                  <a:pt x="1043" y="579"/>
                  <a:pt x="1127" y="579"/>
                  <a:pt x="1136" y="562"/>
                </a:cubicBezTo>
                <a:lnTo>
                  <a:pt x="1115" y="422"/>
                </a:lnTo>
                <a:cubicBezTo>
                  <a:pt x="1114" y="415"/>
                  <a:pt x="1108" y="410"/>
                  <a:pt x="1107" y="404"/>
                </a:cubicBezTo>
                <a:lnTo>
                  <a:pt x="1106" y="389"/>
                </a:lnTo>
                <a:cubicBezTo>
                  <a:pt x="1106" y="381"/>
                  <a:pt x="1115" y="379"/>
                  <a:pt x="1115" y="369"/>
                </a:cubicBezTo>
                <a:lnTo>
                  <a:pt x="1114" y="352"/>
                </a:lnTo>
                <a:cubicBezTo>
                  <a:pt x="1113" y="347"/>
                  <a:pt x="1109" y="344"/>
                  <a:pt x="1104" y="344"/>
                </a:cubicBezTo>
                <a:cubicBezTo>
                  <a:pt x="1104" y="218"/>
                  <a:pt x="1104" y="362"/>
                  <a:pt x="1104" y="226"/>
                </a:cubicBezTo>
                <a:lnTo>
                  <a:pt x="1356" y="183"/>
                </a:lnTo>
                <a:cubicBezTo>
                  <a:pt x="1362" y="182"/>
                  <a:pt x="1364" y="177"/>
                  <a:pt x="1356" y="174"/>
                </a:cubicBezTo>
                <a:cubicBezTo>
                  <a:pt x="1235" y="139"/>
                  <a:pt x="1125" y="107"/>
                  <a:pt x="1024" y="77"/>
                </a:cubicBezTo>
                <a:cubicBezTo>
                  <a:pt x="934" y="51"/>
                  <a:pt x="850" y="26"/>
                  <a:pt x="773" y="4"/>
                </a:cubicBezTo>
                <a:cubicBezTo>
                  <a:pt x="759" y="0"/>
                  <a:pt x="750" y="0"/>
                  <a:pt x="736" y="1"/>
                </a:cubicBezTo>
                <a:cubicBezTo>
                  <a:pt x="635" y="9"/>
                  <a:pt x="527" y="18"/>
                  <a:pt x="413" y="28"/>
                </a:cubicBezTo>
                <a:cubicBezTo>
                  <a:pt x="289" y="39"/>
                  <a:pt x="155" y="50"/>
                  <a:pt x="12" y="62"/>
                </a:cubicBezTo>
                <a:cubicBezTo>
                  <a:pt x="0" y="64"/>
                  <a:pt x="3" y="73"/>
                  <a:pt x="11" y="76"/>
                </a:cubicBezTo>
                <a:cubicBezTo>
                  <a:pt x="68" y="106"/>
                  <a:pt x="130" y="139"/>
                  <a:pt x="198" y="175"/>
                </a:cubicBezTo>
                <a:cubicBezTo>
                  <a:pt x="281" y="219"/>
                  <a:pt x="374" y="268"/>
                  <a:pt x="480" y="323"/>
                </a:cubicBezTo>
                <a:cubicBezTo>
                  <a:pt x="489" y="328"/>
                  <a:pt x="508" y="330"/>
                  <a:pt x="523" y="327"/>
                </a:cubicBezTo>
                <a:cubicBezTo>
                  <a:pt x="695" y="298"/>
                  <a:pt x="867" y="268"/>
                  <a:pt x="1039" y="238"/>
                </a:cubicBezTo>
                <a:cubicBezTo>
                  <a:pt x="1038" y="232"/>
                  <a:pt x="1036" y="229"/>
                  <a:pt x="1029" y="227"/>
                </a:cubicBezTo>
                <a:lnTo>
                  <a:pt x="628" y="161"/>
                </a:lnTo>
                <a:cubicBezTo>
                  <a:pt x="593" y="156"/>
                  <a:pt x="599" y="131"/>
                  <a:pt x="619" y="134"/>
                </a:cubicBezTo>
                <a:lnTo>
                  <a:pt x="1054" y="204"/>
                </a:lnTo>
                <a:cubicBezTo>
                  <a:pt x="1062" y="206"/>
                  <a:pt x="1066" y="211"/>
                  <a:pt x="1067" y="219"/>
                </a:cubicBezTo>
                <a:close/>
                <a:moveTo>
                  <a:pt x="961" y="281"/>
                </a:moveTo>
                <a:lnTo>
                  <a:pt x="961" y="432"/>
                </a:lnTo>
                <a:cubicBezTo>
                  <a:pt x="961" y="557"/>
                  <a:pt x="315" y="557"/>
                  <a:pt x="315" y="432"/>
                </a:cubicBezTo>
                <a:lnTo>
                  <a:pt x="315" y="270"/>
                </a:lnTo>
                <a:cubicBezTo>
                  <a:pt x="365" y="296"/>
                  <a:pt x="415" y="323"/>
                  <a:pt x="466" y="350"/>
                </a:cubicBezTo>
                <a:cubicBezTo>
                  <a:pt x="483" y="359"/>
                  <a:pt x="509" y="360"/>
                  <a:pt x="528" y="357"/>
                </a:cubicBezTo>
                <a:cubicBezTo>
                  <a:pt x="672" y="331"/>
                  <a:pt x="816" y="306"/>
                  <a:pt x="961" y="281"/>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 name="矩形 2"/>
          <p:cNvSpPr/>
          <p:nvPr/>
        </p:nvSpPr>
        <p:spPr>
          <a:xfrm rot="18903724">
            <a:off x="-612775" y="5980430"/>
            <a:ext cx="4185285" cy="3201035"/>
          </a:xfrm>
          <a:prstGeom prst="rect">
            <a:avLst/>
          </a:prstGeom>
          <a:solidFill>
            <a:srgbClr val="7BA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PA_矩形 3">
            <a:extLst>
              <a:ext uri="{FF2B5EF4-FFF2-40B4-BE49-F238E27FC236}">
                <a16:creationId xmlns:a16="http://schemas.microsoft.com/office/drawing/2014/main" id="{1397480A-0E1F-ECE4-E3A0-2E2F2531658C}"/>
              </a:ext>
            </a:extLst>
          </p:cNvPr>
          <p:cNvSpPr txBox="1">
            <a:spLocks noChangeArrowheads="1"/>
          </p:cNvSpPr>
          <p:nvPr>
            <p:custDataLst>
              <p:tags r:id="rId2"/>
            </p:custDataLst>
          </p:nvPr>
        </p:nvSpPr>
        <p:spPr bwMode="auto">
          <a:xfrm>
            <a:off x="2697295" y="4057111"/>
            <a:ext cx="8670477" cy="491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72" tIns="60936" rIns="121872" bIns="60936" numCol="1" anchor="t" anchorCtr="0" compatLnSpc="1">
            <a:noAutofit/>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a:defRPr>
            </a:lvl2pPr>
            <a:lvl3pPr algn="l" rtl="0" fontAlgn="base">
              <a:spcBef>
                <a:spcPct val="0"/>
              </a:spcBef>
              <a:spcAft>
                <a:spcPct val="0"/>
              </a:spcAft>
              <a:defRPr sz="2400">
                <a:solidFill>
                  <a:schemeClr val="tx2"/>
                </a:solidFill>
                <a:latin typeface="Arial" panose="020B0604020202020204" pitchFamily="34" charset="0"/>
                <a:ea typeface="微软雅黑"/>
              </a:defRPr>
            </a:lvl3pPr>
            <a:lvl4pPr algn="l" rtl="0" fontAlgn="base">
              <a:spcBef>
                <a:spcPct val="0"/>
              </a:spcBef>
              <a:spcAft>
                <a:spcPct val="0"/>
              </a:spcAft>
              <a:defRPr sz="2400">
                <a:solidFill>
                  <a:schemeClr val="tx2"/>
                </a:solidFill>
                <a:latin typeface="Arial" panose="020B0604020202020204" pitchFamily="34" charset="0"/>
                <a:ea typeface="微软雅黑"/>
              </a:defRPr>
            </a:lvl4pPr>
            <a:lvl5pPr algn="l" rtl="0" fontAlgn="base">
              <a:spcBef>
                <a:spcPct val="0"/>
              </a:spcBef>
              <a:spcAft>
                <a:spcPct val="0"/>
              </a:spcAft>
              <a:defRPr sz="2400">
                <a:solidFill>
                  <a:schemeClr val="tx2"/>
                </a:solidFill>
                <a:latin typeface="Arial" panose="020B0604020202020204" pitchFamily="34" charset="0"/>
                <a:ea typeface="微软雅黑"/>
              </a:defRPr>
            </a:lvl5pPr>
            <a:lvl6pPr marL="457200" algn="l" rtl="0" fontAlgn="base">
              <a:spcBef>
                <a:spcPct val="0"/>
              </a:spcBef>
              <a:spcAft>
                <a:spcPct val="0"/>
              </a:spcAft>
              <a:defRPr sz="2400">
                <a:solidFill>
                  <a:schemeClr val="tx2"/>
                </a:solidFill>
                <a:latin typeface="Arial" panose="020B0604020202020204" pitchFamily="34" charset="0"/>
                <a:ea typeface="微软雅黑"/>
              </a:defRPr>
            </a:lvl6pPr>
            <a:lvl7pPr marL="914400" algn="l" rtl="0" fontAlgn="base">
              <a:spcBef>
                <a:spcPct val="0"/>
              </a:spcBef>
              <a:spcAft>
                <a:spcPct val="0"/>
              </a:spcAft>
              <a:defRPr sz="2400">
                <a:solidFill>
                  <a:schemeClr val="tx2"/>
                </a:solidFill>
                <a:latin typeface="Arial" panose="020B0604020202020204" pitchFamily="34" charset="0"/>
                <a:ea typeface="微软雅黑"/>
              </a:defRPr>
            </a:lvl7pPr>
            <a:lvl8pPr marL="1371600" algn="l" rtl="0" fontAlgn="base">
              <a:spcBef>
                <a:spcPct val="0"/>
              </a:spcBef>
              <a:spcAft>
                <a:spcPct val="0"/>
              </a:spcAft>
              <a:defRPr sz="2400">
                <a:solidFill>
                  <a:schemeClr val="tx2"/>
                </a:solidFill>
                <a:latin typeface="Arial" panose="020B0604020202020204" pitchFamily="34" charset="0"/>
                <a:ea typeface="微软雅黑"/>
              </a:defRPr>
            </a:lvl8pPr>
            <a:lvl9pPr marL="1828800" algn="l" rtl="0" fontAlgn="base">
              <a:spcBef>
                <a:spcPct val="0"/>
              </a:spcBef>
              <a:spcAft>
                <a:spcPct val="0"/>
              </a:spcAft>
              <a:defRPr sz="2400">
                <a:solidFill>
                  <a:schemeClr val="tx2"/>
                </a:solidFill>
                <a:latin typeface="Arial" panose="020B0604020202020204" pitchFamily="34" charset="0"/>
                <a:ea typeface="微软雅黑"/>
              </a:defRPr>
            </a:lvl9pPr>
          </a:lstStyle>
          <a:p>
            <a:pPr lvl="0" algn="ctr">
              <a:defRPr/>
            </a:pPr>
            <a:r>
              <a:rPr lang="vi-VN" altLang="vi-VN" sz="1800" b="1" dirty="0">
                <a:solidFill>
                  <a:schemeClr val="accent1">
                    <a:lumMod val="75000"/>
                  </a:schemeClr>
                </a:solidFill>
                <a:latin typeface="Noto Sans"/>
                <a:ea typeface="Noto Sans"/>
                <a:cs typeface="+mn-ea"/>
                <a:sym typeface="+mn-lt"/>
              </a:rPr>
              <a:t>Xin chân thành cảm ơn quý thầy cô và các bạn đã dành thời gian theo dõi bài báo cáo của em</a:t>
            </a:r>
          </a:p>
        </p:txBody>
      </p:sp>
      <p:sp>
        <p:nvSpPr>
          <p:cNvPr id="5" name="Rectangle 30">
            <a:extLst>
              <a:ext uri="{FF2B5EF4-FFF2-40B4-BE49-F238E27FC236}">
                <a16:creationId xmlns:a16="http://schemas.microsoft.com/office/drawing/2014/main" id="{F2861384-F5C9-9BC8-95CD-BAD603242D41}"/>
              </a:ext>
            </a:extLst>
          </p:cNvPr>
          <p:cNvSpPr/>
          <p:nvPr/>
        </p:nvSpPr>
        <p:spPr>
          <a:xfrm flipH="1">
            <a:off x="2592177" y="4775370"/>
            <a:ext cx="2383008" cy="887195"/>
          </a:xfrm>
          <a:prstGeom prst="rect">
            <a:avLst/>
          </a:prstGeom>
          <a:noFill/>
          <a:extLst>
            <a:ext uri="{909E8E84-426E-40DD-AFC4-6F175D3DCCD1}">
              <a14:hiddenFill xmlns:a14="http://schemas.microsoft.com/office/drawing/2010/main">
                <a:solidFill>
                  <a:srgbClr val="083473"/>
                </a:solidFill>
              </a14:hiddenFill>
            </a:ext>
          </a:extLst>
        </p:spPr>
        <p:txBody>
          <a:bodyPr wrap="square">
            <a:noAutofit/>
          </a:bodyPr>
          <a:lstStyle/>
          <a:p>
            <a:r>
              <a:rPr lang="vi-VN" altLang="vi-VN" dirty="0">
                <a:solidFill>
                  <a:schemeClr val="tx1"/>
                </a:solidFill>
                <a:latin typeface="Times New Roman" panose="02020603050405020304" pitchFamily="18" charset="0"/>
                <a:ea typeface="Noto Sans"/>
                <a:cs typeface="Times New Roman" panose="02020603050405020304" pitchFamily="18" charset="0"/>
              </a:rPr>
              <a:t>Giáo viên hướng dẫn: </a:t>
            </a:r>
            <a:r>
              <a:rPr lang="vi-VN" altLang="vi-VN" dirty="0" err="1">
                <a:solidFill>
                  <a:schemeClr val="tx1"/>
                </a:solidFill>
                <a:latin typeface="Times New Roman" panose="02020603050405020304" pitchFamily="18" charset="0"/>
                <a:ea typeface="Noto Sans"/>
                <a:cs typeface="Times New Roman" panose="02020603050405020304" pitchFamily="18" charset="0"/>
              </a:rPr>
              <a:t>Ths</a:t>
            </a:r>
            <a:r>
              <a:rPr lang="vi-VN" altLang="vi-VN" dirty="0">
                <a:solidFill>
                  <a:schemeClr val="tx1"/>
                </a:solidFill>
                <a:latin typeface="Times New Roman" panose="02020603050405020304" pitchFamily="18" charset="0"/>
                <a:ea typeface="Noto Sans"/>
                <a:cs typeface="Times New Roman" panose="02020603050405020304" pitchFamily="18" charset="0"/>
              </a:rPr>
              <a:t> Lê Minh Lý </a:t>
            </a:r>
            <a:endParaRPr lang="en-US" altLang="vi-VN" dirty="0">
              <a:solidFill>
                <a:schemeClr val="tx1"/>
              </a:solidFill>
              <a:latin typeface="Times New Roman" panose="02020603050405020304" pitchFamily="18" charset="0"/>
              <a:ea typeface="Noto Sans"/>
              <a:cs typeface="Times New Roman" panose="02020603050405020304" pitchFamily="18" charset="0"/>
            </a:endParaRPr>
          </a:p>
          <a:p>
            <a:r>
              <a:rPr lang="en-US"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MSCB: 2301</a:t>
            </a:r>
            <a:endParaRPr lang="vi-VN" altLang="vi-VN" dirty="0">
              <a:solidFill>
                <a:schemeClr val="tx1"/>
              </a:solidFill>
              <a:latin typeface="Times New Roman" panose="02020603050405020304" pitchFamily="18" charset="0"/>
              <a:ea typeface="Noto Sans"/>
              <a:cs typeface="Times New Roman" panose="02020603050405020304" pitchFamily="18" charset="0"/>
            </a:endParaRPr>
          </a:p>
        </p:txBody>
      </p:sp>
      <p:sp>
        <p:nvSpPr>
          <p:cNvPr id="6" name="Rectangle 30">
            <a:extLst>
              <a:ext uri="{FF2B5EF4-FFF2-40B4-BE49-F238E27FC236}">
                <a16:creationId xmlns:a16="http://schemas.microsoft.com/office/drawing/2014/main" id="{683AF368-F7AC-A38D-B78E-97F443FD4E4A}"/>
              </a:ext>
            </a:extLst>
          </p:cNvPr>
          <p:cNvSpPr/>
          <p:nvPr/>
        </p:nvSpPr>
        <p:spPr>
          <a:xfrm flipH="1">
            <a:off x="8155482" y="4735912"/>
            <a:ext cx="2383008" cy="1194336"/>
          </a:xfrm>
          <a:prstGeom prst="rect">
            <a:avLst/>
          </a:prstGeom>
          <a:noFill/>
          <a:extLst>
            <a:ext uri="{909E8E84-426E-40DD-AFC4-6F175D3DCCD1}">
              <a14:hiddenFill xmlns:a14="http://schemas.microsoft.com/office/drawing/2010/main">
                <a:solidFill>
                  <a:srgbClr val="083473"/>
                </a:solidFill>
              </a14:hiddenFill>
            </a:ext>
          </a:extLst>
        </p:spPr>
        <p:txBody>
          <a:bodyPr wrap="square">
            <a:noAutofit/>
          </a:bodyPr>
          <a:lstStyle/>
          <a:p>
            <a:r>
              <a:rPr lang="vi-VN" altLang="vi-VN" dirty="0">
                <a:solidFill>
                  <a:schemeClr val="tx1"/>
                </a:solidFill>
                <a:latin typeface="Times New Roman" panose="02020603050405020304" pitchFamily="18" charset="0"/>
                <a:ea typeface="Noto Sans"/>
                <a:cs typeface="Times New Roman" panose="02020603050405020304" pitchFamily="18" charset="0"/>
              </a:rPr>
              <a:t>Sinh viên thực hiện</a:t>
            </a:r>
          </a:p>
          <a:p>
            <a:r>
              <a:rPr lang="vi-VN" altLang="vi-VN" dirty="0">
                <a:latin typeface="Times New Roman" panose="02020603050405020304" pitchFamily="18" charset="0"/>
                <a:ea typeface="Noto Sans"/>
                <a:cs typeface="Times New Roman" panose="02020603050405020304" pitchFamily="18" charset="0"/>
              </a:rPr>
              <a:t>Huỳnh Minh Ngọ</a:t>
            </a:r>
            <a:endParaRPr lang="vi-VN" altLang="vi-VN" dirty="0">
              <a:solidFill>
                <a:schemeClr val="tx1"/>
              </a:solidFill>
              <a:latin typeface="Times New Roman" panose="02020603050405020304" pitchFamily="18" charset="0"/>
              <a:ea typeface="Noto Sans"/>
              <a:cs typeface="Times New Roman" panose="02020603050405020304" pitchFamily="18" charset="0"/>
            </a:endParaRPr>
          </a:p>
          <a:p>
            <a:r>
              <a:rPr lang="vi-VN" altLang="vi-VN" dirty="0">
                <a:solidFill>
                  <a:schemeClr val="tx1"/>
                </a:solidFill>
                <a:latin typeface="Times New Roman" panose="02020603050405020304" pitchFamily="18" charset="0"/>
                <a:ea typeface="Noto Sans"/>
                <a:cs typeface="Times New Roman" panose="02020603050405020304" pitchFamily="18" charset="0"/>
              </a:rPr>
              <a:t>Mã số: B2105552</a:t>
            </a:r>
          </a:p>
          <a:p>
            <a:r>
              <a:rPr lang="vi-VN" altLang="vi-VN" dirty="0">
                <a:solidFill>
                  <a:schemeClr val="tx1"/>
                </a:solidFill>
                <a:latin typeface="Times New Roman" panose="02020603050405020304" pitchFamily="18" charset="0"/>
                <a:ea typeface="Noto Sans"/>
                <a:cs typeface="Times New Roman" panose="02020603050405020304" pitchFamily="18" charset="0"/>
              </a:rPr>
              <a:t>Khóa: 47</a:t>
            </a:r>
          </a:p>
        </p:txBody>
      </p:sp>
      <p:sp>
        <p:nvSpPr>
          <p:cNvPr id="19" name="TextBox 18">
            <a:extLst>
              <a:ext uri="{FF2B5EF4-FFF2-40B4-BE49-F238E27FC236}">
                <a16:creationId xmlns:a16="http://schemas.microsoft.com/office/drawing/2014/main" id="{7D861601-C855-4568-95D6-AFC74F0662F9}"/>
              </a:ext>
            </a:extLst>
          </p:cNvPr>
          <p:cNvSpPr txBox="1"/>
          <p:nvPr/>
        </p:nvSpPr>
        <p:spPr>
          <a:xfrm>
            <a:off x="9237577" y="6330326"/>
            <a:ext cx="6680200" cy="369332"/>
          </a:xfrm>
          <a:prstGeom prst="rect">
            <a:avLst/>
          </a:prstGeom>
          <a:noFill/>
        </p:spPr>
        <p:txBody>
          <a:bodyPr wrap="square">
            <a:spAutoFit/>
          </a:bodyPr>
          <a:lstStyle/>
          <a:p>
            <a:pPr defTabSz="1245235"/>
            <a:fld id="{ABCBC4E8-88EF-4446-9533-1BB591964EAE}" type="slidenum">
              <a:rPr lang="vi-VN" altLang="vi-VN" sz="1800" smtClean="0">
                <a:latin typeface="Noto Sans"/>
                <a:ea typeface="Noto Sans"/>
              </a:rPr>
              <a:pPr defTabSz="1245235"/>
              <a:t>31</a:t>
            </a:fld>
            <a:endParaRPr lang="zh-CN" altLang="en-US" sz="1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0-#ppt_h/2"/>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fill="hold"/>
                                        <p:tgtEl>
                                          <p:spTgt spid="36"/>
                                        </p:tgtEl>
                                        <p:attrNameLst>
                                          <p:attrName>ppt_x</p:attrName>
                                        </p:attrNameLst>
                                      </p:cBhvr>
                                      <p:tavLst>
                                        <p:tav tm="0">
                                          <p:val>
                                            <p:strVal val="0-#ppt_w/2"/>
                                          </p:val>
                                        </p:tav>
                                        <p:tav tm="100000">
                                          <p:val>
                                            <p:strVal val="#ppt_x"/>
                                          </p:val>
                                        </p:tav>
                                      </p:tavLst>
                                    </p:anim>
                                    <p:anim calcmode="lin" valueType="num">
                                      <p:cBhvr additive="base">
                                        <p:cTn id="12" dur="500" fill="hold"/>
                                        <p:tgtEl>
                                          <p:spTgt spid="36"/>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 calcmode="lin" valueType="num">
                                      <p:cBhvr additive="base">
                                        <p:cTn id="23" dur="500" fill="hold"/>
                                        <p:tgtEl>
                                          <p:spTgt spid="43"/>
                                        </p:tgtEl>
                                        <p:attrNameLst>
                                          <p:attrName>ppt_x</p:attrName>
                                        </p:attrNameLst>
                                      </p:cBhvr>
                                      <p:tavLst>
                                        <p:tav tm="0">
                                          <p:val>
                                            <p:strVal val="0-#ppt_w/2"/>
                                          </p:val>
                                        </p:tav>
                                        <p:tav tm="100000">
                                          <p:val>
                                            <p:strVal val="#ppt_x"/>
                                          </p:val>
                                        </p:tav>
                                      </p:tavLst>
                                    </p:anim>
                                    <p:anim calcmode="lin" valueType="num">
                                      <p:cBhvr additive="base">
                                        <p:cTn id="24" dur="500" fill="hold"/>
                                        <p:tgtEl>
                                          <p:spTgt spid="43"/>
                                        </p:tgtEl>
                                        <p:attrNameLst>
                                          <p:attrName>ppt_y</p:attrName>
                                        </p:attrNameLst>
                                      </p:cBhvr>
                                      <p:tavLst>
                                        <p:tav tm="0">
                                          <p:val>
                                            <p:strVal val="#ppt_y"/>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500" fill="hold"/>
                                        <p:tgtEl>
                                          <p:spTgt spid="44"/>
                                        </p:tgtEl>
                                        <p:attrNameLst>
                                          <p:attrName>ppt_x</p:attrName>
                                        </p:attrNameLst>
                                      </p:cBhvr>
                                      <p:tavLst>
                                        <p:tav tm="0">
                                          <p:val>
                                            <p:strVal val="#ppt_x"/>
                                          </p:val>
                                        </p:tav>
                                        <p:tav tm="100000">
                                          <p:val>
                                            <p:strVal val="#ppt_x"/>
                                          </p:val>
                                        </p:tav>
                                      </p:tavLst>
                                    </p:anim>
                                    <p:anim calcmode="lin" valueType="num">
                                      <p:cBhvr additive="base">
                                        <p:cTn id="28" dur="500" fill="hold"/>
                                        <p:tgtEl>
                                          <p:spTgt spid="44"/>
                                        </p:tgtEl>
                                        <p:attrNameLst>
                                          <p:attrName>ppt_y</p:attrName>
                                        </p:attrNameLst>
                                      </p:cBhvr>
                                      <p:tavLst>
                                        <p:tav tm="0">
                                          <p:val>
                                            <p:strVal val="0-#ppt_h/2"/>
                                          </p:val>
                                        </p:tav>
                                        <p:tav tm="100000">
                                          <p:val>
                                            <p:strVal val="#ppt_y"/>
                                          </p:val>
                                        </p:tav>
                                      </p:tavLst>
                                    </p:anim>
                                  </p:childTnLst>
                                </p:cTn>
                              </p:par>
                            </p:childTnLst>
                          </p:cTn>
                        </p:par>
                        <p:par>
                          <p:cTn id="29" fill="hold" nodeType="afterGroup">
                            <p:stCondLst>
                              <p:cond delay="500"/>
                            </p:stCondLst>
                            <p:childTnLst>
                              <p:par>
                                <p:cTn id="30" presetID="16" presetClass="entr" presetSubtype="21"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arn(inVertical)">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par>
                          <p:cTn id="36" fill="hold">
                            <p:stCondLst>
                              <p:cond delay="1000"/>
                            </p:stCondLst>
                            <p:childTnLst>
                              <p:par>
                                <p:cTn id="37" presetID="16" presetClass="entr" presetSubtype="21" fill="hold" grpId="0" nodeType="after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barn(inVertical)">
                                      <p:cBhvr>
                                        <p:cTn id="3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P spid="36" grpId="0" animBg="1"/>
      <p:bldP spid="44" grpId="0" animBg="1"/>
      <p:bldP spid="42" grpId="0" animBg="1"/>
      <p:bldP spid="43" grpId="0" animBg="1"/>
      <p:bldP spid="14" grpId="0"/>
      <p:bldP spid="23" grpId="0" animBg="1"/>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AS_OS" val="Unix 2.6 unknown"/>
  <p:tag name="AS_RELEASE_DATE" val="2021.11.30"/>
  <p:tag name="AS_TITLE" val="Aspose.Slides for Java"/>
  <p:tag name="AS_VERSION" val="21.11"/>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Arial Narrow"/>
        <a:ea typeface="微软雅黑"/>
        <a:cs typeface="Arial"/>
      </a:majorFont>
      <a:minorFont>
        <a:latin typeface="Century Gothic"/>
        <a:ea typeface="微软雅黑"/>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1">
      <a:dk1>
        <a:srgbClr val="FFFFFF"/>
      </a:dk1>
      <a:lt1>
        <a:srgbClr val="000000"/>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FFFFFF"/>
      </a:folHlink>
    </a:clrScheme>
    <a:fontScheme name="自定义 1">
      <a:majorFont>
        <a:latin typeface="Arial Narrow"/>
        <a:ea typeface="微软雅黑"/>
        <a:cs typeface="Arial"/>
      </a:majorFont>
      <a:minorFont>
        <a:latin typeface="Century Gothic"/>
        <a:ea typeface="微软雅黑"/>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hfdrusjd">
      <a:majorFont>
        <a:latin typeface="Arial"/>
        <a:ea typeface="微软雅黑"/>
        <a:cs typeface="Arial"/>
      </a:majorFont>
      <a:minorFont>
        <a:latin typeface="Arial"/>
        <a:ea typeface="微软雅黑"/>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2819</TotalTime>
  <Words>2837</Words>
  <Application>Microsoft Office PowerPoint</Application>
  <PresentationFormat>Widescreen</PresentationFormat>
  <Paragraphs>313</Paragraphs>
  <Slides>31</Slides>
  <Notes>31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31</vt:i4>
      </vt:variant>
    </vt:vector>
  </HeadingPairs>
  <TitlesOfParts>
    <vt:vector size="43" baseType="lpstr">
      <vt:lpstr>等线</vt:lpstr>
      <vt:lpstr>微软雅黑</vt:lpstr>
      <vt:lpstr>Arial</vt:lpstr>
      <vt:lpstr>Calibri</vt:lpstr>
      <vt:lpstr>Century Gothic</vt:lpstr>
      <vt:lpstr>Lifeline JL</vt:lpstr>
      <vt:lpstr>Noto Sans</vt:lpstr>
      <vt:lpstr>Nsoto Sans</vt:lpstr>
      <vt:lpstr>Times New Roman</vt:lpstr>
      <vt:lpstr>1_Office 主题​​</vt:lpstr>
      <vt:lpstr>2_Office 主题​​</vt:lpstr>
      <vt:lpstr>3_Office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001zyc</dc:title>
  <dc:creator>优品PPT</dc:creator>
  <dc:description>http://www.ypppt.com/</dc:description>
  <cp:lastModifiedBy>Minh Ngo</cp:lastModifiedBy>
  <cp:revision>266</cp:revision>
  <dcterms:created xsi:type="dcterms:W3CDTF">2018-08-06T06:49:00Z</dcterms:created>
  <dcterms:modified xsi:type="dcterms:W3CDTF">2026-04-21T08:13:54Z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2052-10.8.0.6470</vt:lpwstr>
  </property>
</Properties>
</file>